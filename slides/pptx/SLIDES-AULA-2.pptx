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29" d="100"/>
          <a:sy n="129" d="100"/>
        </p:scale>
        <p:origin x="144" y="4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B9D61D-81A4-4D35-A942-A350728BB59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285BD3-9199-4EA2-AA1C-14E9D6979030}">
      <dgm:prSet/>
      <dgm:spPr/>
      <dgm:t>
        <a:bodyPr/>
        <a:lstStyle/>
        <a:p>
          <a:r>
            <a:rPr lang="en-US" b="1" dirty="0"/>
            <a:t>🙏 SLIDE 1: ABERTURA</a:t>
          </a:r>
          <a:endParaRPr lang="en-US" dirty="0"/>
        </a:p>
      </dgm:t>
    </dgm:pt>
    <dgm:pt modelId="{6A42468F-9E45-4BB8-BAF7-547DA2A5B74E}" type="parTrans" cxnId="{CFA2BADC-FB6C-4D1E-82E6-32961B3F659A}">
      <dgm:prSet/>
      <dgm:spPr/>
      <dgm:t>
        <a:bodyPr/>
        <a:lstStyle/>
        <a:p>
          <a:endParaRPr lang="en-US"/>
        </a:p>
      </dgm:t>
    </dgm:pt>
    <dgm:pt modelId="{AEEDCA29-D60E-44B2-AFFB-A18E0FDD2395}" type="sibTrans" cxnId="{CFA2BADC-FB6C-4D1E-82E6-32961B3F659A}">
      <dgm:prSet/>
      <dgm:spPr/>
      <dgm:t>
        <a:bodyPr/>
        <a:lstStyle/>
        <a:p>
          <a:endParaRPr lang="en-US"/>
        </a:p>
      </dgm:t>
    </dgm:pt>
    <dgm:pt modelId="{C9DF8476-1C48-4448-9F7F-489FA5852111}">
      <dgm:prSet/>
      <dgm:spPr/>
      <dgm:t>
        <a:bodyPr/>
        <a:lstStyle/>
        <a:p>
          <a:r>
            <a:rPr lang="en-US" b="1"/>
            <a:t>BEM-VINDOS!</a:t>
          </a:r>
          <a:endParaRPr lang="en-US"/>
        </a:p>
      </dgm:t>
    </dgm:pt>
    <dgm:pt modelId="{FBC898A8-6063-4349-8D84-A3D3225A1E7D}" type="parTrans" cxnId="{6403FD87-ABF3-4528-9B58-2AE94D251412}">
      <dgm:prSet/>
      <dgm:spPr/>
      <dgm:t>
        <a:bodyPr/>
        <a:lstStyle/>
        <a:p>
          <a:endParaRPr lang="en-US"/>
        </a:p>
      </dgm:t>
    </dgm:pt>
    <dgm:pt modelId="{D242935E-2640-4BEB-9F21-404DBDC7EAB4}" type="sibTrans" cxnId="{6403FD87-ABF3-4528-9B58-2AE94D251412}">
      <dgm:prSet/>
      <dgm:spPr/>
      <dgm:t>
        <a:bodyPr/>
        <a:lstStyle/>
        <a:p>
          <a:endParaRPr lang="en-US"/>
        </a:p>
      </dgm:t>
    </dgm:pt>
    <dgm:pt modelId="{8219524F-105E-4606-941C-291A57E3C5BA}">
      <dgm:prSet/>
      <dgm:spPr/>
      <dgm:t>
        <a:bodyPr/>
        <a:lstStyle/>
        <a:p>
          <a:r>
            <a:rPr lang="en-US" b="1"/>
            <a:t>Curso de Formação em Liderança Servidora</a:t>
          </a:r>
          <a:br>
            <a:rPr lang="en-US"/>
          </a:br>
          <a:r>
            <a:rPr lang="en-US"/>
            <a:t>ADMC Sede - 2026</a:t>
          </a:r>
        </a:p>
      </dgm:t>
    </dgm:pt>
    <dgm:pt modelId="{A03CB096-EF72-4A7D-8A3C-DB3391311405}" type="parTrans" cxnId="{B731FB18-C5EF-4B81-8721-5EAEB8DFE549}">
      <dgm:prSet/>
      <dgm:spPr/>
      <dgm:t>
        <a:bodyPr/>
        <a:lstStyle/>
        <a:p>
          <a:endParaRPr lang="en-US"/>
        </a:p>
      </dgm:t>
    </dgm:pt>
    <dgm:pt modelId="{20251AEE-4FA2-4C19-94EB-2D88BF3D751F}" type="sibTrans" cxnId="{B731FB18-C5EF-4B81-8721-5EAEB8DFE549}">
      <dgm:prSet/>
      <dgm:spPr/>
      <dgm:t>
        <a:bodyPr/>
        <a:lstStyle/>
        <a:p>
          <a:endParaRPr lang="en-US"/>
        </a:p>
      </dgm:t>
    </dgm:pt>
    <dgm:pt modelId="{05FC75B2-8B77-4798-B651-17B5916E9380}">
      <dgm:prSet/>
      <dgm:spPr/>
      <dgm:t>
        <a:bodyPr/>
        <a:lstStyle/>
        <a:p>
          <a:r>
            <a:rPr lang="en-US"/>
            <a:t>“A seara é grande, mas poucos são os trabalhadores. Roguem, pois, ao Senhor da seara que envie trabalhadores para a sua seara.”</a:t>
          </a:r>
          <a:br>
            <a:rPr lang="en-US"/>
          </a:br>
          <a:r>
            <a:rPr lang="en-US" b="1"/>
            <a:t>Mateus 9:37-38</a:t>
          </a:r>
          <a:endParaRPr lang="en-US"/>
        </a:p>
      </dgm:t>
    </dgm:pt>
    <dgm:pt modelId="{F08DDCF7-BEAA-4D32-AED3-87592F89C312}" type="parTrans" cxnId="{38FDA4D0-EA70-4CAF-A1C6-7825EECF518C}">
      <dgm:prSet/>
      <dgm:spPr/>
      <dgm:t>
        <a:bodyPr/>
        <a:lstStyle/>
        <a:p>
          <a:endParaRPr lang="en-US"/>
        </a:p>
      </dgm:t>
    </dgm:pt>
    <dgm:pt modelId="{A0C87705-E3C4-4EC4-9F63-E1643F8F8597}" type="sibTrans" cxnId="{38FDA4D0-EA70-4CAF-A1C6-7825EECF518C}">
      <dgm:prSet/>
      <dgm:spPr/>
      <dgm:t>
        <a:bodyPr/>
        <a:lstStyle/>
        <a:p>
          <a:endParaRPr lang="en-US"/>
        </a:p>
      </dgm:t>
    </dgm:pt>
    <dgm:pt modelId="{B9DE56BA-09DC-4913-981E-79779D08D66B}" type="pres">
      <dgm:prSet presAssocID="{C9B9D61D-81A4-4D35-A942-A350728BB593}" presName="linear" presStyleCnt="0">
        <dgm:presLayoutVars>
          <dgm:animLvl val="lvl"/>
          <dgm:resizeHandles val="exact"/>
        </dgm:presLayoutVars>
      </dgm:prSet>
      <dgm:spPr/>
    </dgm:pt>
    <dgm:pt modelId="{1E5AC650-F1AF-4F09-96D7-9C9415AF9B5F}" type="pres">
      <dgm:prSet presAssocID="{89285BD3-9199-4EA2-AA1C-14E9D697903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8B6FD7-925E-41FF-8530-0929C843961D}" type="pres">
      <dgm:prSet presAssocID="{AEEDCA29-D60E-44B2-AFFB-A18E0FDD2395}" presName="spacer" presStyleCnt="0"/>
      <dgm:spPr/>
    </dgm:pt>
    <dgm:pt modelId="{68F0D8D3-91FD-4EB3-BDB0-7CA695F9EE5A}" type="pres">
      <dgm:prSet presAssocID="{C9DF8476-1C48-4448-9F7F-489FA58521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D34E94-1E71-4845-BEE0-56FBB0DF65DD}" type="pres">
      <dgm:prSet presAssocID="{D242935E-2640-4BEB-9F21-404DBDC7EAB4}" presName="spacer" presStyleCnt="0"/>
      <dgm:spPr/>
    </dgm:pt>
    <dgm:pt modelId="{8935C443-9531-4AA5-94A6-E4A7FAEB6111}" type="pres">
      <dgm:prSet presAssocID="{8219524F-105E-4606-941C-291A57E3C5B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C6EE02E-5175-43C8-BE4E-E3BB59E138EA}" type="pres">
      <dgm:prSet presAssocID="{8219524F-105E-4606-941C-291A57E3C5B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B0A0E16-4B34-461B-8024-82B6F6724BAB}" type="presOf" srcId="{89285BD3-9199-4EA2-AA1C-14E9D6979030}" destId="{1E5AC650-F1AF-4F09-96D7-9C9415AF9B5F}" srcOrd="0" destOrd="0" presId="urn:microsoft.com/office/officeart/2005/8/layout/vList2"/>
    <dgm:cxn modelId="{B731FB18-C5EF-4B81-8721-5EAEB8DFE549}" srcId="{C9B9D61D-81A4-4D35-A942-A350728BB593}" destId="{8219524F-105E-4606-941C-291A57E3C5BA}" srcOrd="2" destOrd="0" parTransId="{A03CB096-EF72-4A7D-8A3C-DB3391311405}" sibTransId="{20251AEE-4FA2-4C19-94EB-2D88BF3D751F}"/>
    <dgm:cxn modelId="{5E7A7438-73EF-4990-8592-45504A375125}" type="presOf" srcId="{C9DF8476-1C48-4448-9F7F-489FA5852111}" destId="{68F0D8D3-91FD-4EB3-BDB0-7CA695F9EE5A}" srcOrd="0" destOrd="0" presId="urn:microsoft.com/office/officeart/2005/8/layout/vList2"/>
    <dgm:cxn modelId="{6403FD87-ABF3-4528-9B58-2AE94D251412}" srcId="{C9B9D61D-81A4-4D35-A942-A350728BB593}" destId="{C9DF8476-1C48-4448-9F7F-489FA5852111}" srcOrd="1" destOrd="0" parTransId="{FBC898A8-6063-4349-8D84-A3D3225A1E7D}" sibTransId="{D242935E-2640-4BEB-9F21-404DBDC7EAB4}"/>
    <dgm:cxn modelId="{3347B5B7-0008-4F03-BAFB-0EF5D998864A}" type="presOf" srcId="{C9B9D61D-81A4-4D35-A942-A350728BB593}" destId="{B9DE56BA-09DC-4913-981E-79779D08D66B}" srcOrd="0" destOrd="0" presId="urn:microsoft.com/office/officeart/2005/8/layout/vList2"/>
    <dgm:cxn modelId="{AF33F1CF-B742-4E89-B0DD-9BF2363F01B9}" type="presOf" srcId="{05FC75B2-8B77-4798-B651-17B5916E9380}" destId="{6C6EE02E-5175-43C8-BE4E-E3BB59E138EA}" srcOrd="0" destOrd="0" presId="urn:microsoft.com/office/officeart/2005/8/layout/vList2"/>
    <dgm:cxn modelId="{38FDA4D0-EA70-4CAF-A1C6-7825EECF518C}" srcId="{8219524F-105E-4606-941C-291A57E3C5BA}" destId="{05FC75B2-8B77-4798-B651-17B5916E9380}" srcOrd="0" destOrd="0" parTransId="{F08DDCF7-BEAA-4D32-AED3-87592F89C312}" sibTransId="{A0C87705-E3C4-4EC4-9F63-E1643F8F8597}"/>
    <dgm:cxn modelId="{CFA2BADC-FB6C-4D1E-82E6-32961B3F659A}" srcId="{C9B9D61D-81A4-4D35-A942-A350728BB593}" destId="{89285BD3-9199-4EA2-AA1C-14E9D6979030}" srcOrd="0" destOrd="0" parTransId="{6A42468F-9E45-4BB8-BAF7-547DA2A5B74E}" sibTransId="{AEEDCA29-D60E-44B2-AFFB-A18E0FDD2395}"/>
    <dgm:cxn modelId="{8223DCEC-FB22-43F1-A0C9-80743094244B}" type="presOf" srcId="{8219524F-105E-4606-941C-291A57E3C5BA}" destId="{8935C443-9531-4AA5-94A6-E4A7FAEB6111}" srcOrd="0" destOrd="0" presId="urn:microsoft.com/office/officeart/2005/8/layout/vList2"/>
    <dgm:cxn modelId="{8284057F-AB9C-4F89-84D2-3F6A8BF1E557}" type="presParOf" srcId="{B9DE56BA-09DC-4913-981E-79779D08D66B}" destId="{1E5AC650-F1AF-4F09-96D7-9C9415AF9B5F}" srcOrd="0" destOrd="0" presId="urn:microsoft.com/office/officeart/2005/8/layout/vList2"/>
    <dgm:cxn modelId="{9CE8F4A4-B3ED-44B7-875A-5E52A5DD8EB9}" type="presParOf" srcId="{B9DE56BA-09DC-4913-981E-79779D08D66B}" destId="{F58B6FD7-925E-41FF-8530-0929C843961D}" srcOrd="1" destOrd="0" presId="urn:microsoft.com/office/officeart/2005/8/layout/vList2"/>
    <dgm:cxn modelId="{B69F903A-9805-466A-AC81-3CA971210664}" type="presParOf" srcId="{B9DE56BA-09DC-4913-981E-79779D08D66B}" destId="{68F0D8D3-91FD-4EB3-BDB0-7CA695F9EE5A}" srcOrd="2" destOrd="0" presId="urn:microsoft.com/office/officeart/2005/8/layout/vList2"/>
    <dgm:cxn modelId="{274980B2-4499-4F6B-A7CA-85325FAA6970}" type="presParOf" srcId="{B9DE56BA-09DC-4913-981E-79779D08D66B}" destId="{72D34E94-1E71-4845-BEE0-56FBB0DF65DD}" srcOrd="3" destOrd="0" presId="urn:microsoft.com/office/officeart/2005/8/layout/vList2"/>
    <dgm:cxn modelId="{A64350FB-CFB8-41D0-B15E-D14D098DEF4B}" type="presParOf" srcId="{B9DE56BA-09DC-4913-981E-79779D08D66B}" destId="{8935C443-9531-4AA5-94A6-E4A7FAEB6111}" srcOrd="4" destOrd="0" presId="urn:microsoft.com/office/officeart/2005/8/layout/vList2"/>
    <dgm:cxn modelId="{1E04EBA9-7DAD-41FC-9DDA-0717756155EF}" type="presParOf" srcId="{B9DE56BA-09DC-4913-981E-79779D08D66B}" destId="{6C6EE02E-5175-43C8-BE4E-E3BB59E138E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F67BCE-6F7C-4B11-8937-496D94C354B0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4CECF3D-CB87-49DE-B101-13AD5E5D51F4}">
      <dgm:prSet/>
      <dgm:spPr/>
      <dgm:t>
        <a:bodyPr/>
        <a:lstStyle/>
        <a:p>
          <a:r>
            <a:rPr lang="en-US" b="1"/>
            <a:t>📖 SLIDE 2: O QUE JESUS NOS ENSINOU</a:t>
          </a:r>
          <a:endParaRPr lang="en-US"/>
        </a:p>
      </dgm:t>
    </dgm:pt>
    <dgm:pt modelId="{780B4842-E00F-44CE-A04B-1FD656BC03E4}" type="parTrans" cxnId="{408F19DA-A8D2-4062-A6AA-AE44C89CE7D4}">
      <dgm:prSet/>
      <dgm:spPr/>
      <dgm:t>
        <a:bodyPr/>
        <a:lstStyle/>
        <a:p>
          <a:endParaRPr lang="en-US"/>
        </a:p>
      </dgm:t>
    </dgm:pt>
    <dgm:pt modelId="{6E9F30F0-C0BD-4263-991C-2E237896BC77}" type="sibTrans" cxnId="{408F19DA-A8D2-4062-A6AA-AE44C89CE7D4}">
      <dgm:prSet/>
      <dgm:spPr/>
      <dgm:t>
        <a:bodyPr/>
        <a:lstStyle/>
        <a:p>
          <a:endParaRPr lang="en-US"/>
        </a:p>
      </dgm:t>
    </dgm:pt>
    <dgm:pt modelId="{34F754F3-E271-4CD9-83B5-053B03C0FDA3}">
      <dgm:prSet/>
      <dgm:spPr/>
      <dgm:t>
        <a:bodyPr/>
        <a:lstStyle/>
        <a:p>
          <a:r>
            <a:rPr lang="en-US" b="1"/>
            <a:t>Perceba o detalhe…</a:t>
          </a:r>
          <a:endParaRPr lang="en-US"/>
        </a:p>
      </dgm:t>
    </dgm:pt>
    <dgm:pt modelId="{368BE52F-4493-4E10-9651-D5F4BA05C25A}" type="parTrans" cxnId="{09DD6FE9-B83A-4850-9302-863E31D78A3C}">
      <dgm:prSet/>
      <dgm:spPr/>
      <dgm:t>
        <a:bodyPr/>
        <a:lstStyle/>
        <a:p>
          <a:endParaRPr lang="en-US"/>
        </a:p>
      </dgm:t>
    </dgm:pt>
    <dgm:pt modelId="{8E3AADBA-F12E-4310-A4DE-E30856C3F04D}" type="sibTrans" cxnId="{09DD6FE9-B83A-4850-9302-863E31D78A3C}">
      <dgm:prSet/>
      <dgm:spPr/>
      <dgm:t>
        <a:bodyPr/>
        <a:lstStyle/>
        <a:p>
          <a:endParaRPr lang="en-US"/>
        </a:p>
      </dgm:t>
    </dgm:pt>
    <dgm:pt modelId="{1A888D82-4DD3-48D9-ACF5-F8C0CBDB562B}">
      <dgm:prSet/>
      <dgm:spPr/>
      <dgm:t>
        <a:bodyPr/>
        <a:lstStyle/>
        <a:p>
          <a:r>
            <a:rPr lang="en-US"/>
            <a:t>Jesus </a:t>
          </a:r>
          <a:r>
            <a:rPr lang="en-US" b="1"/>
            <a:t>NÃO</a:t>
          </a:r>
          <a:r>
            <a:rPr lang="en-US"/>
            <a:t> pediu que orássemos por mais ovelhas.</a:t>
          </a:r>
        </a:p>
      </dgm:t>
    </dgm:pt>
    <dgm:pt modelId="{CFEF8A01-56CA-4449-9CB8-5B24216EDBF1}" type="parTrans" cxnId="{BFD3AE74-6B0B-45E0-8819-99CD126A4BA6}">
      <dgm:prSet/>
      <dgm:spPr/>
      <dgm:t>
        <a:bodyPr/>
        <a:lstStyle/>
        <a:p>
          <a:endParaRPr lang="en-US"/>
        </a:p>
      </dgm:t>
    </dgm:pt>
    <dgm:pt modelId="{7033A4ED-D170-4ECC-B2C4-C03DF977DCBD}" type="sibTrans" cxnId="{BFD3AE74-6B0B-45E0-8819-99CD126A4BA6}">
      <dgm:prSet/>
      <dgm:spPr/>
      <dgm:t>
        <a:bodyPr/>
        <a:lstStyle/>
        <a:p>
          <a:endParaRPr lang="en-US"/>
        </a:p>
      </dgm:t>
    </dgm:pt>
    <dgm:pt modelId="{65C4CC8A-618C-422D-BA81-EA76A38E2983}">
      <dgm:prSet/>
      <dgm:spPr/>
      <dgm:t>
        <a:bodyPr/>
        <a:lstStyle/>
        <a:p>
          <a:r>
            <a:rPr lang="en-US"/>
            <a:t>Ele pediu por </a:t>
          </a:r>
          <a:r>
            <a:rPr lang="en-US" b="1"/>
            <a:t>TRABALHADORES</a:t>
          </a:r>
          <a:r>
            <a:rPr lang="en-US"/>
            <a:t>.</a:t>
          </a:r>
        </a:p>
      </dgm:t>
    </dgm:pt>
    <dgm:pt modelId="{00DA36F6-C281-484D-8605-BAFFE577FDB9}" type="parTrans" cxnId="{F8B77DF8-F431-4DEA-A7AB-D92D855C7EBC}">
      <dgm:prSet/>
      <dgm:spPr/>
      <dgm:t>
        <a:bodyPr/>
        <a:lstStyle/>
        <a:p>
          <a:endParaRPr lang="en-US"/>
        </a:p>
      </dgm:t>
    </dgm:pt>
    <dgm:pt modelId="{6F8097A1-6059-4407-AEDB-F8F4C61D9E79}" type="sibTrans" cxnId="{F8B77DF8-F431-4DEA-A7AB-D92D855C7EBC}">
      <dgm:prSet/>
      <dgm:spPr/>
      <dgm:t>
        <a:bodyPr/>
        <a:lstStyle/>
        <a:p>
          <a:endParaRPr lang="en-US"/>
        </a:p>
      </dgm:t>
    </dgm:pt>
    <dgm:pt modelId="{0EA0D35F-39AF-4666-B6A9-7BDC8A29DA37}">
      <dgm:prSet/>
      <dgm:spPr/>
      <dgm:t>
        <a:bodyPr/>
        <a:lstStyle/>
        <a:p>
          <a:r>
            <a:rPr lang="en-US"/>
            <a:t>Pessoas maduras o bastante para carregar parte da missão.</a:t>
          </a:r>
        </a:p>
      </dgm:t>
    </dgm:pt>
    <dgm:pt modelId="{80CC2286-D2C8-4A02-BF5E-8B0F3BC05C35}" type="parTrans" cxnId="{3EAFC12F-BE04-42DD-90AB-58F0A7E37B68}">
      <dgm:prSet/>
      <dgm:spPr/>
      <dgm:t>
        <a:bodyPr/>
        <a:lstStyle/>
        <a:p>
          <a:endParaRPr lang="en-US"/>
        </a:p>
      </dgm:t>
    </dgm:pt>
    <dgm:pt modelId="{B4D6ED0C-0E2D-48B3-B74B-1B6180E54228}" type="sibTrans" cxnId="{3EAFC12F-BE04-42DD-90AB-58F0A7E37B68}">
      <dgm:prSet/>
      <dgm:spPr/>
      <dgm:t>
        <a:bodyPr/>
        <a:lstStyle/>
        <a:p>
          <a:endParaRPr lang="en-US"/>
        </a:p>
      </dgm:t>
    </dgm:pt>
    <dgm:pt modelId="{4B788F99-C313-4D8C-8184-269C0F963BC4}" type="pres">
      <dgm:prSet presAssocID="{FBF67BCE-6F7C-4B11-8937-496D94C354B0}" presName="vert0" presStyleCnt="0">
        <dgm:presLayoutVars>
          <dgm:dir/>
          <dgm:animOne val="branch"/>
          <dgm:animLvl val="lvl"/>
        </dgm:presLayoutVars>
      </dgm:prSet>
      <dgm:spPr/>
    </dgm:pt>
    <dgm:pt modelId="{95099437-4B16-4F6F-82E5-8921861DC08F}" type="pres">
      <dgm:prSet presAssocID="{74CECF3D-CB87-49DE-B101-13AD5E5D51F4}" presName="thickLine" presStyleLbl="alignNode1" presStyleIdx="0" presStyleCnt="5"/>
      <dgm:spPr/>
    </dgm:pt>
    <dgm:pt modelId="{879CC1EE-3FFD-4562-B3C6-FE74D04B243D}" type="pres">
      <dgm:prSet presAssocID="{74CECF3D-CB87-49DE-B101-13AD5E5D51F4}" presName="horz1" presStyleCnt="0"/>
      <dgm:spPr/>
    </dgm:pt>
    <dgm:pt modelId="{166ABD24-219C-4046-86DD-D1B413570CF8}" type="pres">
      <dgm:prSet presAssocID="{74CECF3D-CB87-49DE-B101-13AD5E5D51F4}" presName="tx1" presStyleLbl="revTx" presStyleIdx="0" presStyleCnt="5"/>
      <dgm:spPr/>
    </dgm:pt>
    <dgm:pt modelId="{DDE2A1B2-0EA6-4576-B3B5-AEEEBE9205C3}" type="pres">
      <dgm:prSet presAssocID="{74CECF3D-CB87-49DE-B101-13AD5E5D51F4}" presName="vert1" presStyleCnt="0"/>
      <dgm:spPr/>
    </dgm:pt>
    <dgm:pt modelId="{3FFB01B6-34BC-4F4C-AE50-4578C67A9D2E}" type="pres">
      <dgm:prSet presAssocID="{34F754F3-E271-4CD9-83B5-053B03C0FDA3}" presName="thickLine" presStyleLbl="alignNode1" presStyleIdx="1" presStyleCnt="5"/>
      <dgm:spPr/>
    </dgm:pt>
    <dgm:pt modelId="{22587FDA-5483-4BA1-A5CA-74BF5ED89346}" type="pres">
      <dgm:prSet presAssocID="{34F754F3-E271-4CD9-83B5-053B03C0FDA3}" presName="horz1" presStyleCnt="0"/>
      <dgm:spPr/>
    </dgm:pt>
    <dgm:pt modelId="{D8347A19-39ED-40F5-9427-4D0C39476A9D}" type="pres">
      <dgm:prSet presAssocID="{34F754F3-E271-4CD9-83B5-053B03C0FDA3}" presName="tx1" presStyleLbl="revTx" presStyleIdx="1" presStyleCnt="5"/>
      <dgm:spPr/>
    </dgm:pt>
    <dgm:pt modelId="{AD9C7D3E-261A-463C-A051-C99750DE7C64}" type="pres">
      <dgm:prSet presAssocID="{34F754F3-E271-4CD9-83B5-053B03C0FDA3}" presName="vert1" presStyleCnt="0"/>
      <dgm:spPr/>
    </dgm:pt>
    <dgm:pt modelId="{D3A8F51C-EEC6-47BC-B9EA-B00A6F1F99C4}" type="pres">
      <dgm:prSet presAssocID="{1A888D82-4DD3-48D9-ACF5-F8C0CBDB562B}" presName="thickLine" presStyleLbl="alignNode1" presStyleIdx="2" presStyleCnt="5"/>
      <dgm:spPr/>
    </dgm:pt>
    <dgm:pt modelId="{F3B633C9-962F-41EE-808D-88B0D4738482}" type="pres">
      <dgm:prSet presAssocID="{1A888D82-4DD3-48D9-ACF5-F8C0CBDB562B}" presName="horz1" presStyleCnt="0"/>
      <dgm:spPr/>
    </dgm:pt>
    <dgm:pt modelId="{3022DD56-0522-4382-96E9-9303A7B8F4D7}" type="pres">
      <dgm:prSet presAssocID="{1A888D82-4DD3-48D9-ACF5-F8C0CBDB562B}" presName="tx1" presStyleLbl="revTx" presStyleIdx="2" presStyleCnt="5"/>
      <dgm:spPr/>
    </dgm:pt>
    <dgm:pt modelId="{D7AC9339-CF92-4A53-9BBD-BD89CD4FD694}" type="pres">
      <dgm:prSet presAssocID="{1A888D82-4DD3-48D9-ACF5-F8C0CBDB562B}" presName="vert1" presStyleCnt="0"/>
      <dgm:spPr/>
    </dgm:pt>
    <dgm:pt modelId="{35241CC0-E274-41D4-B6B6-3B8332916B99}" type="pres">
      <dgm:prSet presAssocID="{65C4CC8A-618C-422D-BA81-EA76A38E2983}" presName="thickLine" presStyleLbl="alignNode1" presStyleIdx="3" presStyleCnt="5"/>
      <dgm:spPr/>
    </dgm:pt>
    <dgm:pt modelId="{E5BCE764-D332-48A9-B542-C2E8D0C27BE3}" type="pres">
      <dgm:prSet presAssocID="{65C4CC8A-618C-422D-BA81-EA76A38E2983}" presName="horz1" presStyleCnt="0"/>
      <dgm:spPr/>
    </dgm:pt>
    <dgm:pt modelId="{A029EC51-79D0-4498-AC55-E8E9C7A1996E}" type="pres">
      <dgm:prSet presAssocID="{65C4CC8A-618C-422D-BA81-EA76A38E2983}" presName="tx1" presStyleLbl="revTx" presStyleIdx="3" presStyleCnt="5"/>
      <dgm:spPr/>
    </dgm:pt>
    <dgm:pt modelId="{B335E668-0757-4206-9924-55C8EBAFDA3D}" type="pres">
      <dgm:prSet presAssocID="{65C4CC8A-618C-422D-BA81-EA76A38E2983}" presName="vert1" presStyleCnt="0"/>
      <dgm:spPr/>
    </dgm:pt>
    <dgm:pt modelId="{BE018948-AB97-4109-99A6-C8F1D6FC2B56}" type="pres">
      <dgm:prSet presAssocID="{0EA0D35F-39AF-4666-B6A9-7BDC8A29DA37}" presName="thickLine" presStyleLbl="alignNode1" presStyleIdx="4" presStyleCnt="5"/>
      <dgm:spPr/>
    </dgm:pt>
    <dgm:pt modelId="{E0AA3D0D-600E-480E-977A-8257D8873B38}" type="pres">
      <dgm:prSet presAssocID="{0EA0D35F-39AF-4666-B6A9-7BDC8A29DA37}" presName="horz1" presStyleCnt="0"/>
      <dgm:spPr/>
    </dgm:pt>
    <dgm:pt modelId="{F7B4EC3B-0B49-4B99-898B-51ED057C8262}" type="pres">
      <dgm:prSet presAssocID="{0EA0D35F-39AF-4666-B6A9-7BDC8A29DA37}" presName="tx1" presStyleLbl="revTx" presStyleIdx="4" presStyleCnt="5"/>
      <dgm:spPr/>
    </dgm:pt>
    <dgm:pt modelId="{3094AFD8-3D5B-4BA1-B862-561C589EBC8D}" type="pres">
      <dgm:prSet presAssocID="{0EA0D35F-39AF-4666-B6A9-7BDC8A29DA37}" presName="vert1" presStyleCnt="0"/>
      <dgm:spPr/>
    </dgm:pt>
  </dgm:ptLst>
  <dgm:cxnLst>
    <dgm:cxn modelId="{3EAFC12F-BE04-42DD-90AB-58F0A7E37B68}" srcId="{FBF67BCE-6F7C-4B11-8937-496D94C354B0}" destId="{0EA0D35F-39AF-4666-B6A9-7BDC8A29DA37}" srcOrd="4" destOrd="0" parTransId="{80CC2286-D2C8-4A02-BF5E-8B0F3BC05C35}" sibTransId="{B4D6ED0C-0E2D-48B3-B74B-1B6180E54228}"/>
    <dgm:cxn modelId="{6DB76D5B-A78C-4D5F-BCF0-31DB26059348}" type="presOf" srcId="{0EA0D35F-39AF-4666-B6A9-7BDC8A29DA37}" destId="{F7B4EC3B-0B49-4B99-898B-51ED057C8262}" srcOrd="0" destOrd="0" presId="urn:microsoft.com/office/officeart/2008/layout/LinedList"/>
    <dgm:cxn modelId="{C64CA25C-08BA-497F-B568-1CB65D6CFD3C}" type="presOf" srcId="{1A888D82-4DD3-48D9-ACF5-F8C0CBDB562B}" destId="{3022DD56-0522-4382-96E9-9303A7B8F4D7}" srcOrd="0" destOrd="0" presId="urn:microsoft.com/office/officeart/2008/layout/LinedList"/>
    <dgm:cxn modelId="{E5AE1A53-7A28-4438-BD54-F662E226D03F}" type="presOf" srcId="{FBF67BCE-6F7C-4B11-8937-496D94C354B0}" destId="{4B788F99-C313-4D8C-8184-269C0F963BC4}" srcOrd="0" destOrd="0" presId="urn:microsoft.com/office/officeart/2008/layout/LinedList"/>
    <dgm:cxn modelId="{BFD3AE74-6B0B-45E0-8819-99CD126A4BA6}" srcId="{FBF67BCE-6F7C-4B11-8937-496D94C354B0}" destId="{1A888D82-4DD3-48D9-ACF5-F8C0CBDB562B}" srcOrd="2" destOrd="0" parTransId="{CFEF8A01-56CA-4449-9CB8-5B24216EDBF1}" sibTransId="{7033A4ED-D170-4ECC-B2C4-C03DF977DCBD}"/>
    <dgm:cxn modelId="{95677F84-D13D-4023-B0C0-B6A261D5C969}" type="presOf" srcId="{65C4CC8A-618C-422D-BA81-EA76A38E2983}" destId="{A029EC51-79D0-4498-AC55-E8E9C7A1996E}" srcOrd="0" destOrd="0" presId="urn:microsoft.com/office/officeart/2008/layout/LinedList"/>
    <dgm:cxn modelId="{DBF996B2-BED0-4BB6-883F-B80362A1B38F}" type="presOf" srcId="{74CECF3D-CB87-49DE-B101-13AD5E5D51F4}" destId="{166ABD24-219C-4046-86DD-D1B413570CF8}" srcOrd="0" destOrd="0" presId="urn:microsoft.com/office/officeart/2008/layout/LinedList"/>
    <dgm:cxn modelId="{B281CDD1-3D29-4DD8-B837-7604A04F0AE1}" type="presOf" srcId="{34F754F3-E271-4CD9-83B5-053B03C0FDA3}" destId="{D8347A19-39ED-40F5-9427-4D0C39476A9D}" srcOrd="0" destOrd="0" presId="urn:microsoft.com/office/officeart/2008/layout/LinedList"/>
    <dgm:cxn modelId="{408F19DA-A8D2-4062-A6AA-AE44C89CE7D4}" srcId="{FBF67BCE-6F7C-4B11-8937-496D94C354B0}" destId="{74CECF3D-CB87-49DE-B101-13AD5E5D51F4}" srcOrd="0" destOrd="0" parTransId="{780B4842-E00F-44CE-A04B-1FD656BC03E4}" sibTransId="{6E9F30F0-C0BD-4263-991C-2E237896BC77}"/>
    <dgm:cxn modelId="{09DD6FE9-B83A-4850-9302-863E31D78A3C}" srcId="{FBF67BCE-6F7C-4B11-8937-496D94C354B0}" destId="{34F754F3-E271-4CD9-83B5-053B03C0FDA3}" srcOrd="1" destOrd="0" parTransId="{368BE52F-4493-4E10-9651-D5F4BA05C25A}" sibTransId="{8E3AADBA-F12E-4310-A4DE-E30856C3F04D}"/>
    <dgm:cxn modelId="{F8B77DF8-F431-4DEA-A7AB-D92D855C7EBC}" srcId="{FBF67BCE-6F7C-4B11-8937-496D94C354B0}" destId="{65C4CC8A-618C-422D-BA81-EA76A38E2983}" srcOrd="3" destOrd="0" parTransId="{00DA36F6-C281-484D-8605-BAFFE577FDB9}" sibTransId="{6F8097A1-6059-4407-AEDB-F8F4C61D9E79}"/>
    <dgm:cxn modelId="{3793A8E2-7E7F-4FF0-9E2E-4C6FA51FEE76}" type="presParOf" srcId="{4B788F99-C313-4D8C-8184-269C0F963BC4}" destId="{95099437-4B16-4F6F-82E5-8921861DC08F}" srcOrd="0" destOrd="0" presId="urn:microsoft.com/office/officeart/2008/layout/LinedList"/>
    <dgm:cxn modelId="{5B643063-5AB8-4275-836C-59B6022E5643}" type="presParOf" srcId="{4B788F99-C313-4D8C-8184-269C0F963BC4}" destId="{879CC1EE-3FFD-4562-B3C6-FE74D04B243D}" srcOrd="1" destOrd="0" presId="urn:microsoft.com/office/officeart/2008/layout/LinedList"/>
    <dgm:cxn modelId="{EFBAA390-1233-4C2F-88A3-F00B54A3BA7D}" type="presParOf" srcId="{879CC1EE-3FFD-4562-B3C6-FE74D04B243D}" destId="{166ABD24-219C-4046-86DD-D1B413570CF8}" srcOrd="0" destOrd="0" presId="urn:microsoft.com/office/officeart/2008/layout/LinedList"/>
    <dgm:cxn modelId="{B077B9B8-C349-4081-877F-AA20B4B63094}" type="presParOf" srcId="{879CC1EE-3FFD-4562-B3C6-FE74D04B243D}" destId="{DDE2A1B2-0EA6-4576-B3B5-AEEEBE9205C3}" srcOrd="1" destOrd="0" presId="urn:microsoft.com/office/officeart/2008/layout/LinedList"/>
    <dgm:cxn modelId="{EB72F7AA-8ECA-496A-A597-46AEC165FA91}" type="presParOf" srcId="{4B788F99-C313-4D8C-8184-269C0F963BC4}" destId="{3FFB01B6-34BC-4F4C-AE50-4578C67A9D2E}" srcOrd="2" destOrd="0" presId="urn:microsoft.com/office/officeart/2008/layout/LinedList"/>
    <dgm:cxn modelId="{6AE7D4A5-7BC3-4732-B618-CB83EA9D10FC}" type="presParOf" srcId="{4B788F99-C313-4D8C-8184-269C0F963BC4}" destId="{22587FDA-5483-4BA1-A5CA-74BF5ED89346}" srcOrd="3" destOrd="0" presId="urn:microsoft.com/office/officeart/2008/layout/LinedList"/>
    <dgm:cxn modelId="{08431664-5603-44C2-83F7-72BBC74B6946}" type="presParOf" srcId="{22587FDA-5483-4BA1-A5CA-74BF5ED89346}" destId="{D8347A19-39ED-40F5-9427-4D0C39476A9D}" srcOrd="0" destOrd="0" presId="urn:microsoft.com/office/officeart/2008/layout/LinedList"/>
    <dgm:cxn modelId="{FA7DDCC1-901F-4C53-9C79-64FFFFEE4E0A}" type="presParOf" srcId="{22587FDA-5483-4BA1-A5CA-74BF5ED89346}" destId="{AD9C7D3E-261A-463C-A051-C99750DE7C64}" srcOrd="1" destOrd="0" presId="urn:microsoft.com/office/officeart/2008/layout/LinedList"/>
    <dgm:cxn modelId="{C05F1934-D73B-48CA-A8CC-69D6B36EA235}" type="presParOf" srcId="{4B788F99-C313-4D8C-8184-269C0F963BC4}" destId="{D3A8F51C-EEC6-47BC-B9EA-B00A6F1F99C4}" srcOrd="4" destOrd="0" presId="urn:microsoft.com/office/officeart/2008/layout/LinedList"/>
    <dgm:cxn modelId="{6E68EFD5-42E5-4E4E-83BF-FFB1BAC63797}" type="presParOf" srcId="{4B788F99-C313-4D8C-8184-269C0F963BC4}" destId="{F3B633C9-962F-41EE-808D-88B0D4738482}" srcOrd="5" destOrd="0" presId="urn:microsoft.com/office/officeart/2008/layout/LinedList"/>
    <dgm:cxn modelId="{87BE7B5E-0957-41FC-B4BD-F1E0F78D7791}" type="presParOf" srcId="{F3B633C9-962F-41EE-808D-88B0D4738482}" destId="{3022DD56-0522-4382-96E9-9303A7B8F4D7}" srcOrd="0" destOrd="0" presId="urn:microsoft.com/office/officeart/2008/layout/LinedList"/>
    <dgm:cxn modelId="{CFEC7BA3-9472-439F-AF76-87E76E432961}" type="presParOf" srcId="{F3B633C9-962F-41EE-808D-88B0D4738482}" destId="{D7AC9339-CF92-4A53-9BBD-BD89CD4FD694}" srcOrd="1" destOrd="0" presId="urn:microsoft.com/office/officeart/2008/layout/LinedList"/>
    <dgm:cxn modelId="{0A3804EB-721A-4454-98BE-88792C4B3B09}" type="presParOf" srcId="{4B788F99-C313-4D8C-8184-269C0F963BC4}" destId="{35241CC0-E274-41D4-B6B6-3B8332916B99}" srcOrd="6" destOrd="0" presId="urn:microsoft.com/office/officeart/2008/layout/LinedList"/>
    <dgm:cxn modelId="{499FE3C4-A15F-43CE-8720-4EAA15EF391D}" type="presParOf" srcId="{4B788F99-C313-4D8C-8184-269C0F963BC4}" destId="{E5BCE764-D332-48A9-B542-C2E8D0C27BE3}" srcOrd="7" destOrd="0" presId="urn:microsoft.com/office/officeart/2008/layout/LinedList"/>
    <dgm:cxn modelId="{8C4A51DA-90BF-46CC-854D-F2EB6634A7F8}" type="presParOf" srcId="{E5BCE764-D332-48A9-B542-C2E8D0C27BE3}" destId="{A029EC51-79D0-4498-AC55-E8E9C7A1996E}" srcOrd="0" destOrd="0" presId="urn:microsoft.com/office/officeart/2008/layout/LinedList"/>
    <dgm:cxn modelId="{99EC4940-F5DD-4411-B964-A0EF03B4BEB1}" type="presParOf" srcId="{E5BCE764-D332-48A9-B542-C2E8D0C27BE3}" destId="{B335E668-0757-4206-9924-55C8EBAFDA3D}" srcOrd="1" destOrd="0" presId="urn:microsoft.com/office/officeart/2008/layout/LinedList"/>
    <dgm:cxn modelId="{B5FD1204-FF98-48FE-A3F9-7A97110316ED}" type="presParOf" srcId="{4B788F99-C313-4D8C-8184-269C0F963BC4}" destId="{BE018948-AB97-4109-99A6-C8F1D6FC2B56}" srcOrd="8" destOrd="0" presId="urn:microsoft.com/office/officeart/2008/layout/LinedList"/>
    <dgm:cxn modelId="{60C2A8C8-8C58-43A8-B7DA-4AC2D01B2AFF}" type="presParOf" srcId="{4B788F99-C313-4D8C-8184-269C0F963BC4}" destId="{E0AA3D0D-600E-480E-977A-8257D8873B38}" srcOrd="9" destOrd="0" presId="urn:microsoft.com/office/officeart/2008/layout/LinedList"/>
    <dgm:cxn modelId="{C42DB55A-8149-4345-B498-A4A4360F4549}" type="presParOf" srcId="{E0AA3D0D-600E-480E-977A-8257D8873B38}" destId="{F7B4EC3B-0B49-4B99-898B-51ED057C8262}" srcOrd="0" destOrd="0" presId="urn:microsoft.com/office/officeart/2008/layout/LinedList"/>
    <dgm:cxn modelId="{B769AB87-7CEE-4F50-9781-80F3D627696C}" type="presParOf" srcId="{E0AA3D0D-600E-480E-977A-8257D8873B38}" destId="{3094AFD8-3D5B-4BA1-B862-561C589EBC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721CBA-AAC4-443F-A2F8-25EFE97CDA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8A2505-2E37-459A-8D3A-A56D5F63AD72}">
      <dgm:prSet/>
      <dgm:spPr/>
      <dgm:t>
        <a:bodyPr/>
        <a:lstStyle/>
        <a:p>
          <a:r>
            <a:rPr lang="en-US" b="1"/>
            <a:t>💡 SLIDE 3: O GRANDE AJUSTE</a:t>
          </a:r>
          <a:endParaRPr lang="en-US"/>
        </a:p>
      </dgm:t>
    </dgm:pt>
    <dgm:pt modelId="{48C20D62-0C53-4696-AF76-6D6AEF75A21A}" type="parTrans" cxnId="{C005D7B4-8A86-4D37-9B73-2C791B01791E}">
      <dgm:prSet/>
      <dgm:spPr/>
      <dgm:t>
        <a:bodyPr/>
        <a:lstStyle/>
        <a:p>
          <a:endParaRPr lang="en-US"/>
        </a:p>
      </dgm:t>
    </dgm:pt>
    <dgm:pt modelId="{C6F9E50B-6FEC-4719-AE79-F2EA15EF4E97}" type="sibTrans" cxnId="{C005D7B4-8A86-4D37-9B73-2C791B01791E}">
      <dgm:prSet/>
      <dgm:spPr/>
      <dgm:t>
        <a:bodyPr/>
        <a:lstStyle/>
        <a:p>
          <a:endParaRPr lang="en-US"/>
        </a:p>
      </dgm:t>
    </dgm:pt>
    <dgm:pt modelId="{F06D5CB5-FA22-4DB7-A733-5B248071C207}">
      <dgm:prSet/>
      <dgm:spPr/>
      <dgm:t>
        <a:bodyPr/>
        <a:lstStyle/>
        <a:p>
          <a:r>
            <a:rPr lang="en-US" b="1"/>
            <a:t>A colheita não está parada por falta de gente.</a:t>
          </a:r>
          <a:endParaRPr lang="en-US"/>
        </a:p>
      </dgm:t>
    </dgm:pt>
    <dgm:pt modelId="{9BA6A531-7DB8-417E-A220-0E18B4AC03BA}" type="parTrans" cxnId="{EA86DC1C-E4F0-4218-A865-C03C9533D989}">
      <dgm:prSet/>
      <dgm:spPr/>
      <dgm:t>
        <a:bodyPr/>
        <a:lstStyle/>
        <a:p>
          <a:endParaRPr lang="en-US"/>
        </a:p>
      </dgm:t>
    </dgm:pt>
    <dgm:pt modelId="{95AFA79B-4399-4FE8-AE91-746C5C33DA61}" type="sibTrans" cxnId="{EA86DC1C-E4F0-4218-A865-C03C9533D989}">
      <dgm:prSet/>
      <dgm:spPr/>
      <dgm:t>
        <a:bodyPr/>
        <a:lstStyle/>
        <a:p>
          <a:endParaRPr lang="en-US"/>
        </a:p>
      </dgm:t>
    </dgm:pt>
    <dgm:pt modelId="{4EC86FAF-FFB3-4CB5-AB63-FDBAD006322A}">
      <dgm:prSet/>
      <dgm:spPr/>
      <dgm:t>
        <a:bodyPr/>
        <a:lstStyle/>
        <a:p>
          <a:r>
            <a:rPr lang="en-US" b="1"/>
            <a:t>Está parada por falta de líderes preparados para colher.</a:t>
          </a:r>
          <a:endParaRPr lang="en-US"/>
        </a:p>
      </dgm:t>
    </dgm:pt>
    <dgm:pt modelId="{F5AA8FA8-AB2F-4E66-B981-459246F1CD5C}" type="parTrans" cxnId="{EAF5450B-AB9A-47CE-94D7-068A0AB623D4}">
      <dgm:prSet/>
      <dgm:spPr/>
      <dgm:t>
        <a:bodyPr/>
        <a:lstStyle/>
        <a:p>
          <a:endParaRPr lang="en-US"/>
        </a:p>
      </dgm:t>
    </dgm:pt>
    <dgm:pt modelId="{0162EBCE-9B69-478F-AF45-77874035716A}" type="sibTrans" cxnId="{EAF5450B-AB9A-47CE-94D7-068A0AB623D4}">
      <dgm:prSet/>
      <dgm:spPr/>
      <dgm:t>
        <a:bodyPr/>
        <a:lstStyle/>
        <a:p>
          <a:endParaRPr lang="en-US"/>
        </a:p>
      </dgm:t>
    </dgm:pt>
    <dgm:pt modelId="{E8683EE3-4C7E-4CB3-BB8E-874C76BF364A}" type="pres">
      <dgm:prSet presAssocID="{EE721CBA-AAC4-443F-A2F8-25EFE97CDA86}" presName="linear" presStyleCnt="0">
        <dgm:presLayoutVars>
          <dgm:animLvl val="lvl"/>
          <dgm:resizeHandles val="exact"/>
        </dgm:presLayoutVars>
      </dgm:prSet>
      <dgm:spPr/>
    </dgm:pt>
    <dgm:pt modelId="{7451987E-E07B-4181-84BD-9615A0434DCB}" type="pres">
      <dgm:prSet presAssocID="{F68A2505-2E37-459A-8D3A-A56D5F63AD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1A01CC-9751-45AD-B875-200B7D1B0A7B}" type="pres">
      <dgm:prSet presAssocID="{C6F9E50B-6FEC-4719-AE79-F2EA15EF4E97}" presName="spacer" presStyleCnt="0"/>
      <dgm:spPr/>
    </dgm:pt>
    <dgm:pt modelId="{9FC23997-93B0-4680-ABE1-9551A08EF37E}" type="pres">
      <dgm:prSet presAssocID="{F06D5CB5-FA22-4DB7-A733-5B248071C2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7ABBBE-7CC9-43DF-BC99-C4BB92DDE5F3}" type="pres">
      <dgm:prSet presAssocID="{95AFA79B-4399-4FE8-AE91-746C5C33DA61}" presName="spacer" presStyleCnt="0"/>
      <dgm:spPr/>
    </dgm:pt>
    <dgm:pt modelId="{5BBD86AF-EB8B-4A95-A6CE-265D6DF3C170}" type="pres">
      <dgm:prSet presAssocID="{4EC86FAF-FFB3-4CB5-AB63-FDBAD00632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D73A305-0C6E-4CF5-8106-FF18FD5B24BA}" type="presOf" srcId="{EE721CBA-AAC4-443F-A2F8-25EFE97CDA86}" destId="{E8683EE3-4C7E-4CB3-BB8E-874C76BF364A}" srcOrd="0" destOrd="0" presId="urn:microsoft.com/office/officeart/2005/8/layout/vList2"/>
    <dgm:cxn modelId="{EAF5450B-AB9A-47CE-94D7-068A0AB623D4}" srcId="{EE721CBA-AAC4-443F-A2F8-25EFE97CDA86}" destId="{4EC86FAF-FFB3-4CB5-AB63-FDBAD006322A}" srcOrd="2" destOrd="0" parTransId="{F5AA8FA8-AB2F-4E66-B981-459246F1CD5C}" sibTransId="{0162EBCE-9B69-478F-AF45-77874035716A}"/>
    <dgm:cxn modelId="{EA86DC1C-E4F0-4218-A865-C03C9533D989}" srcId="{EE721CBA-AAC4-443F-A2F8-25EFE97CDA86}" destId="{F06D5CB5-FA22-4DB7-A733-5B248071C207}" srcOrd="1" destOrd="0" parTransId="{9BA6A531-7DB8-417E-A220-0E18B4AC03BA}" sibTransId="{95AFA79B-4399-4FE8-AE91-746C5C33DA61}"/>
    <dgm:cxn modelId="{E7999137-1FBB-412D-8743-E79F1F1E43C1}" type="presOf" srcId="{F06D5CB5-FA22-4DB7-A733-5B248071C207}" destId="{9FC23997-93B0-4680-ABE1-9551A08EF37E}" srcOrd="0" destOrd="0" presId="urn:microsoft.com/office/officeart/2005/8/layout/vList2"/>
    <dgm:cxn modelId="{9A961E7D-D832-4C99-96FC-9B575A00A4E8}" type="presOf" srcId="{F68A2505-2E37-459A-8D3A-A56D5F63AD72}" destId="{7451987E-E07B-4181-84BD-9615A0434DCB}" srcOrd="0" destOrd="0" presId="urn:microsoft.com/office/officeart/2005/8/layout/vList2"/>
    <dgm:cxn modelId="{C005D7B4-8A86-4D37-9B73-2C791B01791E}" srcId="{EE721CBA-AAC4-443F-A2F8-25EFE97CDA86}" destId="{F68A2505-2E37-459A-8D3A-A56D5F63AD72}" srcOrd="0" destOrd="0" parTransId="{48C20D62-0C53-4696-AF76-6D6AEF75A21A}" sibTransId="{C6F9E50B-6FEC-4719-AE79-F2EA15EF4E97}"/>
    <dgm:cxn modelId="{295C6FD8-1247-4DE5-8729-7D6BC458FB4F}" type="presOf" srcId="{4EC86FAF-FFB3-4CB5-AB63-FDBAD006322A}" destId="{5BBD86AF-EB8B-4A95-A6CE-265D6DF3C170}" srcOrd="0" destOrd="0" presId="urn:microsoft.com/office/officeart/2005/8/layout/vList2"/>
    <dgm:cxn modelId="{6F119E26-FCA0-4334-9E1B-EC6F52746491}" type="presParOf" srcId="{E8683EE3-4C7E-4CB3-BB8E-874C76BF364A}" destId="{7451987E-E07B-4181-84BD-9615A0434DCB}" srcOrd="0" destOrd="0" presId="urn:microsoft.com/office/officeart/2005/8/layout/vList2"/>
    <dgm:cxn modelId="{54895C53-F30D-42E1-BECC-25868A49F49C}" type="presParOf" srcId="{E8683EE3-4C7E-4CB3-BB8E-874C76BF364A}" destId="{8F1A01CC-9751-45AD-B875-200B7D1B0A7B}" srcOrd="1" destOrd="0" presId="urn:microsoft.com/office/officeart/2005/8/layout/vList2"/>
    <dgm:cxn modelId="{93DC060C-65ED-4B52-8298-A4FB746FE5CB}" type="presParOf" srcId="{E8683EE3-4C7E-4CB3-BB8E-874C76BF364A}" destId="{9FC23997-93B0-4680-ABE1-9551A08EF37E}" srcOrd="2" destOrd="0" presId="urn:microsoft.com/office/officeart/2005/8/layout/vList2"/>
    <dgm:cxn modelId="{50CA73B8-F5E9-4CB9-B7F3-40565FEFDAF5}" type="presParOf" srcId="{E8683EE3-4C7E-4CB3-BB8E-874C76BF364A}" destId="{B57ABBBE-7CC9-43DF-BC99-C4BB92DDE5F3}" srcOrd="3" destOrd="0" presId="urn:microsoft.com/office/officeart/2005/8/layout/vList2"/>
    <dgm:cxn modelId="{B1BF660D-7B15-4371-B94A-EA449C088AE5}" type="presParOf" srcId="{E8683EE3-4C7E-4CB3-BB8E-874C76BF364A}" destId="{5BBD86AF-EB8B-4A95-A6CE-265D6DF3C1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EE13B3-65C2-42E6-8616-06BB7DB524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A6FF077-85DC-4286-881C-14153B88490D}">
      <dgm:prSet/>
      <dgm:spPr/>
      <dgm:t>
        <a:bodyPr/>
        <a:lstStyle/>
        <a:p>
          <a:r>
            <a:rPr lang="en-US" b="1"/>
            <a:t>🎯 SLIDE 5: NOSSO OBJETIVO HOJE</a:t>
          </a:r>
          <a:endParaRPr lang="en-US"/>
        </a:p>
      </dgm:t>
    </dgm:pt>
    <dgm:pt modelId="{93984494-97F0-4EE6-9B71-487EA6EB3370}" type="parTrans" cxnId="{C0F95721-B47C-423A-9AE1-391600B994A0}">
      <dgm:prSet/>
      <dgm:spPr/>
      <dgm:t>
        <a:bodyPr/>
        <a:lstStyle/>
        <a:p>
          <a:endParaRPr lang="en-US"/>
        </a:p>
      </dgm:t>
    </dgm:pt>
    <dgm:pt modelId="{E307DE14-1F45-4D47-895B-E8C0559C6C6F}" type="sibTrans" cxnId="{C0F95721-B47C-423A-9AE1-391600B994A0}">
      <dgm:prSet/>
      <dgm:spPr/>
      <dgm:t>
        <a:bodyPr/>
        <a:lstStyle/>
        <a:p>
          <a:endParaRPr lang="en-US"/>
        </a:p>
      </dgm:t>
    </dgm:pt>
    <dgm:pt modelId="{7BB9A499-974E-49C0-8AAA-5DA9034E4D29}">
      <dgm:prSet/>
      <dgm:spPr/>
      <dgm:t>
        <a:bodyPr/>
        <a:lstStyle/>
        <a:p>
          <a:r>
            <a:rPr lang="en-US" b="1"/>
            <a:t>Ao final deste encontro, você será capaz de:</a:t>
          </a:r>
          <a:endParaRPr lang="en-US"/>
        </a:p>
      </dgm:t>
    </dgm:pt>
    <dgm:pt modelId="{E4799D51-3E5C-459E-934D-E0FEFF36429F}" type="parTrans" cxnId="{6CBAD715-F314-49C9-98FC-548CBBDCC2BB}">
      <dgm:prSet/>
      <dgm:spPr/>
      <dgm:t>
        <a:bodyPr/>
        <a:lstStyle/>
        <a:p>
          <a:endParaRPr lang="en-US"/>
        </a:p>
      </dgm:t>
    </dgm:pt>
    <dgm:pt modelId="{AA57E592-0924-40AC-99FD-9CD58D97B362}" type="sibTrans" cxnId="{6CBAD715-F314-49C9-98FC-548CBBDCC2BB}">
      <dgm:prSet/>
      <dgm:spPr/>
      <dgm:t>
        <a:bodyPr/>
        <a:lstStyle/>
        <a:p>
          <a:endParaRPr lang="en-US"/>
        </a:p>
      </dgm:t>
    </dgm:pt>
    <dgm:pt modelId="{A6D194B1-9C76-470E-B6A7-61A7B1C8C341}">
      <dgm:prSet/>
      <dgm:spPr/>
      <dgm:t>
        <a:bodyPr/>
        <a:lstStyle/>
        <a:p>
          <a:r>
            <a:rPr lang="en-US"/>
            <a:t>✅ Identificar a diferença entre ovelha e trabalhador</a:t>
          </a:r>
        </a:p>
      </dgm:t>
    </dgm:pt>
    <dgm:pt modelId="{4D990263-98AD-4B01-8C31-331D8C1E7DE1}" type="parTrans" cxnId="{7EADBE55-82C0-41A7-880C-F593377C383A}">
      <dgm:prSet/>
      <dgm:spPr/>
      <dgm:t>
        <a:bodyPr/>
        <a:lstStyle/>
        <a:p>
          <a:endParaRPr lang="en-US"/>
        </a:p>
      </dgm:t>
    </dgm:pt>
    <dgm:pt modelId="{BEFC8F58-9055-4C0C-B2D7-0CAB1A11D391}" type="sibTrans" cxnId="{7EADBE55-82C0-41A7-880C-F593377C383A}">
      <dgm:prSet/>
      <dgm:spPr/>
      <dgm:t>
        <a:bodyPr/>
        <a:lstStyle/>
        <a:p>
          <a:endParaRPr lang="en-US"/>
        </a:p>
      </dgm:t>
    </dgm:pt>
    <dgm:pt modelId="{47D32203-25C8-41C2-9227-82ED531CBA4F}">
      <dgm:prSet/>
      <dgm:spPr/>
      <dgm:t>
        <a:bodyPr/>
        <a:lstStyle/>
        <a:p>
          <a:r>
            <a:rPr lang="en-US"/>
            <a:t>✅ Compreender a identidade do líder servo</a:t>
          </a:r>
        </a:p>
      </dgm:t>
    </dgm:pt>
    <dgm:pt modelId="{7F95CCDB-4796-47F9-8639-1BB8C1F2F22A}" type="parTrans" cxnId="{3ECB8616-A11C-418E-9543-1BB2313A4AB0}">
      <dgm:prSet/>
      <dgm:spPr/>
      <dgm:t>
        <a:bodyPr/>
        <a:lstStyle/>
        <a:p>
          <a:endParaRPr lang="en-US"/>
        </a:p>
      </dgm:t>
    </dgm:pt>
    <dgm:pt modelId="{98D1EF82-4677-47B6-BB5B-3C2E0443E66F}" type="sibTrans" cxnId="{3ECB8616-A11C-418E-9543-1BB2313A4AB0}">
      <dgm:prSet/>
      <dgm:spPr/>
      <dgm:t>
        <a:bodyPr/>
        <a:lstStyle/>
        <a:p>
          <a:endParaRPr lang="en-US"/>
        </a:p>
      </dgm:t>
    </dgm:pt>
    <dgm:pt modelId="{F7B23C61-3FD1-47D5-B604-438DEBC50E34}">
      <dgm:prSet/>
      <dgm:spPr/>
      <dgm:t>
        <a:bodyPr/>
        <a:lstStyle/>
        <a:p>
          <a:r>
            <a:rPr lang="en-US"/>
            <a:t>✅ Cuidar de pessoas, não apenas de funções</a:t>
          </a:r>
        </a:p>
      </dgm:t>
    </dgm:pt>
    <dgm:pt modelId="{69F2C5BA-3477-4250-89D7-A89FA36230F9}" type="parTrans" cxnId="{8361FA18-4176-4412-BA9C-EDB73D756E76}">
      <dgm:prSet/>
      <dgm:spPr/>
      <dgm:t>
        <a:bodyPr/>
        <a:lstStyle/>
        <a:p>
          <a:endParaRPr lang="en-US"/>
        </a:p>
      </dgm:t>
    </dgm:pt>
    <dgm:pt modelId="{186FA319-1E10-498F-9CE4-CF34C2E4FBDD}" type="sibTrans" cxnId="{8361FA18-4176-4412-BA9C-EDB73D756E76}">
      <dgm:prSet/>
      <dgm:spPr/>
      <dgm:t>
        <a:bodyPr/>
        <a:lstStyle/>
        <a:p>
          <a:endParaRPr lang="en-US"/>
        </a:p>
      </dgm:t>
    </dgm:pt>
    <dgm:pt modelId="{F140F2F3-CFD4-48F1-BD69-D8952C557783}">
      <dgm:prSet/>
      <dgm:spPr/>
      <dgm:t>
        <a:bodyPr/>
        <a:lstStyle/>
        <a:p>
          <a:r>
            <a:rPr lang="en-US"/>
            <a:t>✅ Reconhecer comportamentos de ponte ou barreira</a:t>
          </a:r>
        </a:p>
      </dgm:t>
    </dgm:pt>
    <dgm:pt modelId="{6A52AAB6-BBB9-4CAC-92DC-5E69762843CD}" type="parTrans" cxnId="{A21E5083-3955-4C62-8BA1-BE1E31BB3243}">
      <dgm:prSet/>
      <dgm:spPr/>
      <dgm:t>
        <a:bodyPr/>
        <a:lstStyle/>
        <a:p>
          <a:endParaRPr lang="en-US"/>
        </a:p>
      </dgm:t>
    </dgm:pt>
    <dgm:pt modelId="{C841F6EE-CD4D-44DE-B59B-5633938492FA}" type="sibTrans" cxnId="{A21E5083-3955-4C62-8BA1-BE1E31BB3243}">
      <dgm:prSet/>
      <dgm:spPr/>
      <dgm:t>
        <a:bodyPr/>
        <a:lstStyle/>
        <a:p>
          <a:endParaRPr lang="en-US"/>
        </a:p>
      </dgm:t>
    </dgm:pt>
    <dgm:pt modelId="{1D38741A-7948-4453-AADD-8DD466B36379}" type="pres">
      <dgm:prSet presAssocID="{DEEE13B3-65C2-42E6-8616-06BB7DB5246E}" presName="linear" presStyleCnt="0">
        <dgm:presLayoutVars>
          <dgm:animLvl val="lvl"/>
          <dgm:resizeHandles val="exact"/>
        </dgm:presLayoutVars>
      </dgm:prSet>
      <dgm:spPr/>
    </dgm:pt>
    <dgm:pt modelId="{C99684EB-6026-45B6-919A-A494E0EC8999}" type="pres">
      <dgm:prSet presAssocID="{2A6FF077-85DC-4286-881C-14153B88490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A907ED-E7E9-4E05-9244-D9B4F9723741}" type="pres">
      <dgm:prSet presAssocID="{E307DE14-1F45-4D47-895B-E8C0559C6C6F}" presName="spacer" presStyleCnt="0"/>
      <dgm:spPr/>
    </dgm:pt>
    <dgm:pt modelId="{9DABCF55-74A6-41EB-97F2-3C66EEEBCAFE}" type="pres">
      <dgm:prSet presAssocID="{7BB9A499-974E-49C0-8AAA-5DA9034E4D2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8A3324F-C02F-4CD7-BD8F-297144A1BB68}" type="pres">
      <dgm:prSet presAssocID="{7BB9A499-974E-49C0-8AAA-5DA9034E4D2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CBAD715-F314-49C9-98FC-548CBBDCC2BB}" srcId="{DEEE13B3-65C2-42E6-8616-06BB7DB5246E}" destId="{7BB9A499-974E-49C0-8AAA-5DA9034E4D29}" srcOrd="1" destOrd="0" parTransId="{E4799D51-3E5C-459E-934D-E0FEFF36429F}" sibTransId="{AA57E592-0924-40AC-99FD-9CD58D97B362}"/>
    <dgm:cxn modelId="{3ECB8616-A11C-418E-9543-1BB2313A4AB0}" srcId="{7BB9A499-974E-49C0-8AAA-5DA9034E4D29}" destId="{47D32203-25C8-41C2-9227-82ED531CBA4F}" srcOrd="1" destOrd="0" parTransId="{7F95CCDB-4796-47F9-8639-1BB8C1F2F22A}" sibTransId="{98D1EF82-4677-47B6-BB5B-3C2E0443E66F}"/>
    <dgm:cxn modelId="{8361FA18-4176-4412-BA9C-EDB73D756E76}" srcId="{7BB9A499-974E-49C0-8AAA-5DA9034E4D29}" destId="{F7B23C61-3FD1-47D5-B604-438DEBC50E34}" srcOrd="2" destOrd="0" parTransId="{69F2C5BA-3477-4250-89D7-A89FA36230F9}" sibTransId="{186FA319-1E10-498F-9CE4-CF34C2E4FBDD}"/>
    <dgm:cxn modelId="{C0F95721-B47C-423A-9AE1-391600B994A0}" srcId="{DEEE13B3-65C2-42E6-8616-06BB7DB5246E}" destId="{2A6FF077-85DC-4286-881C-14153B88490D}" srcOrd="0" destOrd="0" parTransId="{93984494-97F0-4EE6-9B71-487EA6EB3370}" sibTransId="{E307DE14-1F45-4D47-895B-E8C0559C6C6F}"/>
    <dgm:cxn modelId="{18CB2E3A-73D3-48C5-AEB4-C54037980929}" type="presOf" srcId="{F140F2F3-CFD4-48F1-BD69-D8952C557783}" destId="{08A3324F-C02F-4CD7-BD8F-297144A1BB68}" srcOrd="0" destOrd="3" presId="urn:microsoft.com/office/officeart/2005/8/layout/vList2"/>
    <dgm:cxn modelId="{80ED9E49-D2D1-4C48-B176-8A95C584B801}" type="presOf" srcId="{A6D194B1-9C76-470E-B6A7-61A7B1C8C341}" destId="{08A3324F-C02F-4CD7-BD8F-297144A1BB68}" srcOrd="0" destOrd="0" presId="urn:microsoft.com/office/officeart/2005/8/layout/vList2"/>
    <dgm:cxn modelId="{89680855-8C4A-4D5C-B505-E5C12A68E766}" type="presOf" srcId="{F7B23C61-3FD1-47D5-B604-438DEBC50E34}" destId="{08A3324F-C02F-4CD7-BD8F-297144A1BB68}" srcOrd="0" destOrd="2" presId="urn:microsoft.com/office/officeart/2005/8/layout/vList2"/>
    <dgm:cxn modelId="{7EADBE55-82C0-41A7-880C-F593377C383A}" srcId="{7BB9A499-974E-49C0-8AAA-5DA9034E4D29}" destId="{A6D194B1-9C76-470E-B6A7-61A7B1C8C341}" srcOrd="0" destOrd="0" parTransId="{4D990263-98AD-4B01-8C31-331D8C1E7DE1}" sibTransId="{BEFC8F58-9055-4C0C-B2D7-0CAB1A11D391}"/>
    <dgm:cxn modelId="{F238C780-2ED8-475B-9995-62D780FBCB5E}" type="presOf" srcId="{DEEE13B3-65C2-42E6-8616-06BB7DB5246E}" destId="{1D38741A-7948-4453-AADD-8DD466B36379}" srcOrd="0" destOrd="0" presId="urn:microsoft.com/office/officeart/2005/8/layout/vList2"/>
    <dgm:cxn modelId="{A21E5083-3955-4C62-8BA1-BE1E31BB3243}" srcId="{7BB9A499-974E-49C0-8AAA-5DA9034E4D29}" destId="{F140F2F3-CFD4-48F1-BD69-D8952C557783}" srcOrd="3" destOrd="0" parTransId="{6A52AAB6-BBB9-4CAC-92DC-5E69762843CD}" sibTransId="{C841F6EE-CD4D-44DE-B59B-5633938492FA}"/>
    <dgm:cxn modelId="{0BC717C9-01A4-40CE-96B7-705A2B620D90}" type="presOf" srcId="{7BB9A499-974E-49C0-8AAA-5DA9034E4D29}" destId="{9DABCF55-74A6-41EB-97F2-3C66EEEBCAFE}" srcOrd="0" destOrd="0" presId="urn:microsoft.com/office/officeart/2005/8/layout/vList2"/>
    <dgm:cxn modelId="{348EDAD5-4763-411B-AF9E-1F6646257214}" type="presOf" srcId="{2A6FF077-85DC-4286-881C-14153B88490D}" destId="{C99684EB-6026-45B6-919A-A494E0EC8999}" srcOrd="0" destOrd="0" presId="urn:microsoft.com/office/officeart/2005/8/layout/vList2"/>
    <dgm:cxn modelId="{7FB4A1D6-835E-4997-9FCD-9333B4ED69A6}" type="presOf" srcId="{47D32203-25C8-41C2-9227-82ED531CBA4F}" destId="{08A3324F-C02F-4CD7-BD8F-297144A1BB68}" srcOrd="0" destOrd="1" presId="urn:microsoft.com/office/officeart/2005/8/layout/vList2"/>
    <dgm:cxn modelId="{8013CC7F-CF26-4332-933A-E3A125C88781}" type="presParOf" srcId="{1D38741A-7948-4453-AADD-8DD466B36379}" destId="{C99684EB-6026-45B6-919A-A494E0EC8999}" srcOrd="0" destOrd="0" presId="urn:microsoft.com/office/officeart/2005/8/layout/vList2"/>
    <dgm:cxn modelId="{D238C64A-AAD2-4AAB-87F3-A7F549655E3D}" type="presParOf" srcId="{1D38741A-7948-4453-AADD-8DD466B36379}" destId="{42A907ED-E7E9-4E05-9244-D9B4F9723741}" srcOrd="1" destOrd="0" presId="urn:microsoft.com/office/officeart/2005/8/layout/vList2"/>
    <dgm:cxn modelId="{5EC28271-CA8C-4104-9F13-ED826E209E88}" type="presParOf" srcId="{1D38741A-7948-4453-AADD-8DD466B36379}" destId="{9DABCF55-74A6-41EB-97F2-3C66EEEBCAFE}" srcOrd="2" destOrd="0" presId="urn:microsoft.com/office/officeart/2005/8/layout/vList2"/>
    <dgm:cxn modelId="{439DE605-D9EB-4C3F-9423-EA28E47C6922}" type="presParOf" srcId="{1D38741A-7948-4453-AADD-8DD466B36379}" destId="{08A3324F-C02F-4CD7-BD8F-297144A1BB6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3011C5-9EBC-47C9-88AF-D7CA4591C4A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178D10E-5329-4525-9E81-6837A4317DE9}">
      <dgm:prSet/>
      <dgm:spPr/>
      <dgm:t>
        <a:bodyPr/>
        <a:lstStyle/>
        <a:p>
          <a:pPr>
            <a:defRPr cap="all"/>
          </a:pPr>
          <a:r>
            <a:rPr lang="en-US" b="1"/>
            <a:t>SLIDE 9: O QUE O LÍDER NÃO É</a:t>
          </a:r>
          <a:endParaRPr lang="en-US"/>
        </a:p>
      </dgm:t>
    </dgm:pt>
    <dgm:pt modelId="{B51D6F11-E61F-4DC0-B7FA-C0F448416FC1}" type="parTrans" cxnId="{4655428C-457B-422C-B027-EA0280D39251}">
      <dgm:prSet/>
      <dgm:spPr/>
      <dgm:t>
        <a:bodyPr/>
        <a:lstStyle/>
        <a:p>
          <a:endParaRPr lang="en-US"/>
        </a:p>
      </dgm:t>
    </dgm:pt>
    <dgm:pt modelId="{3EB1DA6B-01E9-4E92-AE13-8AA62E6A1606}" type="sibTrans" cxnId="{4655428C-457B-422C-B027-EA0280D39251}">
      <dgm:prSet/>
      <dgm:spPr/>
      <dgm:t>
        <a:bodyPr/>
        <a:lstStyle/>
        <a:p>
          <a:endParaRPr lang="en-US"/>
        </a:p>
      </dgm:t>
    </dgm:pt>
    <dgm:pt modelId="{25A13EAB-975D-4467-839F-4A55EA769255}">
      <dgm:prSet/>
      <dgm:spPr/>
      <dgm:t>
        <a:bodyPr/>
        <a:lstStyle/>
        <a:p>
          <a:pPr>
            <a:defRPr cap="all"/>
          </a:pPr>
          <a:r>
            <a:rPr lang="en-US"/>
            <a:t>❌ Um </a:t>
          </a:r>
          <a:r>
            <a:rPr lang="en-US" b="1"/>
            <a:t>chefe</a:t>
          </a:r>
          <a:r>
            <a:rPr lang="en-US"/>
            <a:t> que manda</a:t>
          </a:r>
          <a:br>
            <a:rPr lang="en-US"/>
          </a:br>
          <a:r>
            <a:rPr lang="en-US"/>
            <a:t>❌ Um </a:t>
          </a:r>
          <a:r>
            <a:rPr lang="en-US" b="1"/>
            <a:t>gestor</a:t>
          </a:r>
          <a:r>
            <a:rPr lang="en-US"/>
            <a:t> de tarefas</a:t>
          </a:r>
          <a:br>
            <a:rPr lang="en-US"/>
          </a:br>
          <a:r>
            <a:rPr lang="en-US"/>
            <a:t>❌ Um </a:t>
          </a:r>
          <a:r>
            <a:rPr lang="en-US" b="1"/>
            <a:t>super-ovelha</a:t>
          </a:r>
          <a:r>
            <a:rPr lang="en-US"/>
            <a:t> que faz tudo</a:t>
          </a:r>
          <a:br>
            <a:rPr lang="en-US"/>
          </a:br>
          <a:r>
            <a:rPr lang="en-US"/>
            <a:t>❌ Um </a:t>
          </a:r>
          <a:r>
            <a:rPr lang="en-US" b="1"/>
            <a:t>controlador</a:t>
          </a:r>
          <a:r>
            <a:rPr lang="en-US"/>
            <a:t> que centraliza</a:t>
          </a:r>
        </a:p>
      </dgm:t>
    </dgm:pt>
    <dgm:pt modelId="{1B3621EC-E20A-406D-9CC6-024F1EB3738F}" type="parTrans" cxnId="{37B39828-5EA0-40E7-8A96-162906C85F93}">
      <dgm:prSet/>
      <dgm:spPr/>
      <dgm:t>
        <a:bodyPr/>
        <a:lstStyle/>
        <a:p>
          <a:endParaRPr lang="en-US"/>
        </a:p>
      </dgm:t>
    </dgm:pt>
    <dgm:pt modelId="{9C037C2E-394B-4098-9269-51D706928CB7}" type="sibTrans" cxnId="{37B39828-5EA0-40E7-8A96-162906C85F93}">
      <dgm:prSet/>
      <dgm:spPr/>
      <dgm:t>
        <a:bodyPr/>
        <a:lstStyle/>
        <a:p>
          <a:endParaRPr lang="en-US"/>
        </a:p>
      </dgm:t>
    </dgm:pt>
    <dgm:pt modelId="{1020705D-589A-4B55-8750-6EF0F29ACECA}" type="pres">
      <dgm:prSet presAssocID="{553011C5-9EBC-47C9-88AF-D7CA4591C4AC}" presName="root" presStyleCnt="0">
        <dgm:presLayoutVars>
          <dgm:dir/>
          <dgm:resizeHandles val="exact"/>
        </dgm:presLayoutVars>
      </dgm:prSet>
      <dgm:spPr/>
    </dgm:pt>
    <dgm:pt modelId="{B6322B1A-198D-4D7F-8A5F-BB5BE558FFA0}" type="pres">
      <dgm:prSet presAssocID="{3178D10E-5329-4525-9E81-6837A4317DE9}" presName="compNode" presStyleCnt="0"/>
      <dgm:spPr/>
    </dgm:pt>
    <dgm:pt modelId="{A4B508AC-2113-47FD-845B-ECD0698B6EBC}" type="pres">
      <dgm:prSet presAssocID="{3178D10E-5329-4525-9E81-6837A4317DE9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0906DBE-6FDA-44AF-BEB5-7EF1313B5D0F}" type="pres">
      <dgm:prSet presAssocID="{3178D10E-5329-4525-9E81-6837A4317DE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tar"/>
        </a:ext>
      </dgm:extLst>
    </dgm:pt>
    <dgm:pt modelId="{7AC30AE7-35FD-4200-9AB0-BF31243A75F7}" type="pres">
      <dgm:prSet presAssocID="{3178D10E-5329-4525-9E81-6837A4317DE9}" presName="spaceRect" presStyleCnt="0"/>
      <dgm:spPr/>
    </dgm:pt>
    <dgm:pt modelId="{4B70B7BE-F06A-4F15-885F-8F70B91AF3F5}" type="pres">
      <dgm:prSet presAssocID="{3178D10E-5329-4525-9E81-6837A4317DE9}" presName="textRect" presStyleLbl="revTx" presStyleIdx="0" presStyleCnt="2">
        <dgm:presLayoutVars>
          <dgm:chMax val="1"/>
          <dgm:chPref val="1"/>
        </dgm:presLayoutVars>
      </dgm:prSet>
      <dgm:spPr/>
    </dgm:pt>
    <dgm:pt modelId="{C55F52C7-F8B3-4561-8D26-15C5C5718EDB}" type="pres">
      <dgm:prSet presAssocID="{3EB1DA6B-01E9-4E92-AE13-8AA62E6A1606}" presName="sibTrans" presStyleCnt="0"/>
      <dgm:spPr/>
    </dgm:pt>
    <dgm:pt modelId="{7B7E3D08-B65C-491A-9328-CFB8E53106EB}" type="pres">
      <dgm:prSet presAssocID="{25A13EAB-975D-4467-839F-4A55EA769255}" presName="compNode" presStyleCnt="0"/>
      <dgm:spPr/>
    </dgm:pt>
    <dgm:pt modelId="{521B712C-E3FA-4FBD-A22F-62DF09279DB1}" type="pres">
      <dgm:prSet presAssocID="{25A13EAB-975D-4467-839F-4A55EA769255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87CE3CC-5B2A-463C-B895-19366C491F75}" type="pres">
      <dgm:prSet presAssocID="{25A13EAB-975D-4467-839F-4A55EA7692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velha"/>
        </a:ext>
      </dgm:extLst>
    </dgm:pt>
    <dgm:pt modelId="{38CAE80B-C4F4-4823-853B-3D83C73D5978}" type="pres">
      <dgm:prSet presAssocID="{25A13EAB-975D-4467-839F-4A55EA769255}" presName="spaceRect" presStyleCnt="0"/>
      <dgm:spPr/>
    </dgm:pt>
    <dgm:pt modelId="{21556AA7-C206-482F-9838-EC8A0421B97B}" type="pres">
      <dgm:prSet presAssocID="{25A13EAB-975D-4467-839F-4A55EA76925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2AF880C-6E91-45D9-B7D8-290CA864DCE6}" type="presOf" srcId="{25A13EAB-975D-4467-839F-4A55EA769255}" destId="{21556AA7-C206-482F-9838-EC8A0421B97B}" srcOrd="0" destOrd="0" presId="urn:microsoft.com/office/officeart/2018/5/layout/IconLeafLabelList"/>
    <dgm:cxn modelId="{37B39828-5EA0-40E7-8A96-162906C85F93}" srcId="{553011C5-9EBC-47C9-88AF-D7CA4591C4AC}" destId="{25A13EAB-975D-4467-839F-4A55EA769255}" srcOrd="1" destOrd="0" parTransId="{1B3621EC-E20A-406D-9CC6-024F1EB3738F}" sibTransId="{9C037C2E-394B-4098-9269-51D706928CB7}"/>
    <dgm:cxn modelId="{4655428C-457B-422C-B027-EA0280D39251}" srcId="{553011C5-9EBC-47C9-88AF-D7CA4591C4AC}" destId="{3178D10E-5329-4525-9E81-6837A4317DE9}" srcOrd="0" destOrd="0" parTransId="{B51D6F11-E61F-4DC0-B7FA-C0F448416FC1}" sibTransId="{3EB1DA6B-01E9-4E92-AE13-8AA62E6A1606}"/>
    <dgm:cxn modelId="{FA2056BE-0372-462F-9E80-C33C3F3ECDDD}" type="presOf" srcId="{553011C5-9EBC-47C9-88AF-D7CA4591C4AC}" destId="{1020705D-589A-4B55-8750-6EF0F29ACECA}" srcOrd="0" destOrd="0" presId="urn:microsoft.com/office/officeart/2018/5/layout/IconLeafLabelList"/>
    <dgm:cxn modelId="{6C5CFEE6-CE9D-4751-B9CF-77C806DC1472}" type="presOf" srcId="{3178D10E-5329-4525-9E81-6837A4317DE9}" destId="{4B70B7BE-F06A-4F15-885F-8F70B91AF3F5}" srcOrd="0" destOrd="0" presId="urn:microsoft.com/office/officeart/2018/5/layout/IconLeafLabelList"/>
    <dgm:cxn modelId="{0A3C2366-C4C4-4B33-BA3A-B80B710C7C98}" type="presParOf" srcId="{1020705D-589A-4B55-8750-6EF0F29ACECA}" destId="{B6322B1A-198D-4D7F-8A5F-BB5BE558FFA0}" srcOrd="0" destOrd="0" presId="urn:microsoft.com/office/officeart/2018/5/layout/IconLeafLabelList"/>
    <dgm:cxn modelId="{9FDA8ADD-9DA4-4603-A28D-9B3AC9FABDCD}" type="presParOf" srcId="{B6322B1A-198D-4D7F-8A5F-BB5BE558FFA0}" destId="{A4B508AC-2113-47FD-845B-ECD0698B6EBC}" srcOrd="0" destOrd="0" presId="urn:microsoft.com/office/officeart/2018/5/layout/IconLeafLabelList"/>
    <dgm:cxn modelId="{571EDE3E-D8AA-49B0-9932-36334028CA4A}" type="presParOf" srcId="{B6322B1A-198D-4D7F-8A5F-BB5BE558FFA0}" destId="{00906DBE-6FDA-44AF-BEB5-7EF1313B5D0F}" srcOrd="1" destOrd="0" presId="urn:microsoft.com/office/officeart/2018/5/layout/IconLeafLabelList"/>
    <dgm:cxn modelId="{98A4EB4D-D324-40B5-82FE-9B9EED159F0E}" type="presParOf" srcId="{B6322B1A-198D-4D7F-8A5F-BB5BE558FFA0}" destId="{7AC30AE7-35FD-4200-9AB0-BF31243A75F7}" srcOrd="2" destOrd="0" presId="urn:microsoft.com/office/officeart/2018/5/layout/IconLeafLabelList"/>
    <dgm:cxn modelId="{76F05A54-FCE8-4A2D-9B7E-A5690F342B92}" type="presParOf" srcId="{B6322B1A-198D-4D7F-8A5F-BB5BE558FFA0}" destId="{4B70B7BE-F06A-4F15-885F-8F70B91AF3F5}" srcOrd="3" destOrd="0" presId="urn:microsoft.com/office/officeart/2018/5/layout/IconLeafLabelList"/>
    <dgm:cxn modelId="{FDD15AFF-D48E-4E7E-BDAA-1940CBA3FC6B}" type="presParOf" srcId="{1020705D-589A-4B55-8750-6EF0F29ACECA}" destId="{C55F52C7-F8B3-4561-8D26-15C5C5718EDB}" srcOrd="1" destOrd="0" presId="urn:microsoft.com/office/officeart/2018/5/layout/IconLeafLabelList"/>
    <dgm:cxn modelId="{C179E2F2-41BE-4964-8830-199810ACF942}" type="presParOf" srcId="{1020705D-589A-4B55-8750-6EF0F29ACECA}" destId="{7B7E3D08-B65C-491A-9328-CFB8E53106EB}" srcOrd="2" destOrd="0" presId="urn:microsoft.com/office/officeart/2018/5/layout/IconLeafLabelList"/>
    <dgm:cxn modelId="{CB48B91A-9AD8-4B5C-AFC6-FA205F6BCBA8}" type="presParOf" srcId="{7B7E3D08-B65C-491A-9328-CFB8E53106EB}" destId="{521B712C-E3FA-4FBD-A22F-62DF09279DB1}" srcOrd="0" destOrd="0" presId="urn:microsoft.com/office/officeart/2018/5/layout/IconLeafLabelList"/>
    <dgm:cxn modelId="{110ACAD6-7CD0-45D3-939F-88AD985EE2A8}" type="presParOf" srcId="{7B7E3D08-B65C-491A-9328-CFB8E53106EB}" destId="{C87CE3CC-5B2A-463C-B895-19366C491F75}" srcOrd="1" destOrd="0" presId="urn:microsoft.com/office/officeart/2018/5/layout/IconLeafLabelList"/>
    <dgm:cxn modelId="{7AAAE98D-E61A-4D26-AB86-5A7B8174DD7B}" type="presParOf" srcId="{7B7E3D08-B65C-491A-9328-CFB8E53106EB}" destId="{38CAE80B-C4F4-4823-853B-3D83C73D5978}" srcOrd="2" destOrd="0" presId="urn:microsoft.com/office/officeart/2018/5/layout/IconLeafLabelList"/>
    <dgm:cxn modelId="{D652D1E0-33C2-434D-8F6F-E00DC730C0DE}" type="presParOf" srcId="{7B7E3D08-B65C-491A-9328-CFB8E53106EB}" destId="{21556AA7-C206-482F-9838-EC8A0421B9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B5AF54-3AFC-4214-A622-1157F2FFB0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E40251-7FD9-43B3-BCC8-8912E71CBB06}">
      <dgm:prSet/>
      <dgm:spPr/>
      <dgm:t>
        <a:bodyPr/>
        <a:lstStyle/>
        <a:p>
          <a:r>
            <a:rPr lang="en-US" b="1"/>
            <a:t>💡 SLIDE 32: PRINCÍPIOS PARA LEVAR</a:t>
          </a:r>
          <a:endParaRPr lang="en-US"/>
        </a:p>
      </dgm:t>
    </dgm:pt>
    <dgm:pt modelId="{31FBE8F2-5233-4A4E-87F7-CE259EF55BBF}" type="parTrans" cxnId="{5A6E795E-FE28-4E2D-86E3-B861FDAEA8A2}">
      <dgm:prSet/>
      <dgm:spPr/>
      <dgm:t>
        <a:bodyPr/>
        <a:lstStyle/>
        <a:p>
          <a:endParaRPr lang="en-US"/>
        </a:p>
      </dgm:t>
    </dgm:pt>
    <dgm:pt modelId="{D2222F60-DF5B-41ED-A7B7-A0535E4ADBFC}" type="sibTrans" cxnId="{5A6E795E-FE28-4E2D-86E3-B861FDAEA8A2}">
      <dgm:prSet/>
      <dgm:spPr/>
      <dgm:t>
        <a:bodyPr/>
        <a:lstStyle/>
        <a:p>
          <a:endParaRPr lang="en-US"/>
        </a:p>
      </dgm:t>
    </dgm:pt>
    <dgm:pt modelId="{36000E30-6DD2-4B65-9F96-A4E1D8A95C29}">
      <dgm:prSet/>
      <dgm:spPr/>
      <dgm:t>
        <a:bodyPr/>
        <a:lstStyle/>
        <a:p>
          <a:r>
            <a:rPr lang="en-US" b="1"/>
            <a:t>Grave isso no coração:</a:t>
          </a:r>
          <a:endParaRPr lang="en-US"/>
        </a:p>
      </dgm:t>
    </dgm:pt>
    <dgm:pt modelId="{F38CEDC8-A5B0-45AA-B9AC-7482D9A9C641}" type="parTrans" cxnId="{B6298293-5A17-4A15-A341-52C3CF6A2165}">
      <dgm:prSet/>
      <dgm:spPr/>
      <dgm:t>
        <a:bodyPr/>
        <a:lstStyle/>
        <a:p>
          <a:endParaRPr lang="en-US"/>
        </a:p>
      </dgm:t>
    </dgm:pt>
    <dgm:pt modelId="{827652B5-007B-41D9-9EDC-6328D6B84DE1}" type="sibTrans" cxnId="{B6298293-5A17-4A15-A341-52C3CF6A2165}">
      <dgm:prSet/>
      <dgm:spPr/>
      <dgm:t>
        <a:bodyPr/>
        <a:lstStyle/>
        <a:p>
          <a:endParaRPr lang="en-US"/>
        </a:p>
      </dgm:t>
    </dgm:pt>
    <dgm:pt modelId="{3C6BCD81-9056-4B50-94BB-A3E167382A46}">
      <dgm:prSet/>
      <dgm:spPr/>
      <dgm:t>
        <a:bodyPr/>
        <a:lstStyle/>
        <a:p>
          <a:r>
            <a:rPr lang="en-US"/>
            <a:t>“Líder não precisa de consolo o tempo todo.</a:t>
          </a:r>
          <a:br>
            <a:rPr lang="en-US"/>
          </a:br>
          <a:r>
            <a:rPr lang="en-US"/>
            <a:t>Precisa de direção, de desafio e de propósito.”</a:t>
          </a:r>
        </a:p>
      </dgm:t>
    </dgm:pt>
    <dgm:pt modelId="{683B347E-9E83-486D-AA39-7CF3804C8D55}" type="parTrans" cxnId="{3A3339BA-27AC-4768-9FE8-66A8F79A379E}">
      <dgm:prSet/>
      <dgm:spPr/>
      <dgm:t>
        <a:bodyPr/>
        <a:lstStyle/>
        <a:p>
          <a:endParaRPr lang="en-US"/>
        </a:p>
      </dgm:t>
    </dgm:pt>
    <dgm:pt modelId="{2FB9DEBC-9733-49AC-9CA5-1D4E23B74470}" type="sibTrans" cxnId="{3A3339BA-27AC-4768-9FE8-66A8F79A379E}">
      <dgm:prSet/>
      <dgm:spPr/>
      <dgm:t>
        <a:bodyPr/>
        <a:lstStyle/>
        <a:p>
          <a:endParaRPr lang="en-US"/>
        </a:p>
      </dgm:t>
    </dgm:pt>
    <dgm:pt modelId="{54C94BF1-95B7-4971-9F67-D5F4807EBE73}">
      <dgm:prSet/>
      <dgm:spPr/>
      <dgm:t>
        <a:bodyPr/>
        <a:lstStyle/>
        <a:p>
          <a:r>
            <a:rPr lang="en-US"/>
            <a:t>“A equipe não precisa de um chefe,</a:t>
          </a:r>
          <a:br>
            <a:rPr lang="en-US"/>
          </a:br>
          <a:r>
            <a:rPr lang="en-US"/>
            <a:t>precisa de um líder que serve com amor</a:t>
          </a:r>
          <a:br>
            <a:rPr lang="en-US"/>
          </a:br>
          <a:r>
            <a:rPr lang="en-US"/>
            <a:t>e conduz com propósito.”</a:t>
          </a:r>
        </a:p>
      </dgm:t>
    </dgm:pt>
    <dgm:pt modelId="{97655DE2-87D1-4FE3-96EB-D2E23BC61FD3}" type="parTrans" cxnId="{67DFA96F-7C0A-46D0-AB50-0CD4FCBFA76D}">
      <dgm:prSet/>
      <dgm:spPr/>
      <dgm:t>
        <a:bodyPr/>
        <a:lstStyle/>
        <a:p>
          <a:endParaRPr lang="en-US"/>
        </a:p>
      </dgm:t>
    </dgm:pt>
    <dgm:pt modelId="{68D01E21-4CE0-4CB2-8F40-9F0E74A5C61F}" type="sibTrans" cxnId="{67DFA96F-7C0A-46D0-AB50-0CD4FCBFA76D}">
      <dgm:prSet/>
      <dgm:spPr/>
      <dgm:t>
        <a:bodyPr/>
        <a:lstStyle/>
        <a:p>
          <a:endParaRPr lang="en-US"/>
        </a:p>
      </dgm:t>
    </dgm:pt>
    <dgm:pt modelId="{F4C86D66-FFC7-4378-9356-8BADC853B495}" type="pres">
      <dgm:prSet presAssocID="{E5B5AF54-3AFC-4214-A622-1157F2FFB0F2}" presName="root" presStyleCnt="0">
        <dgm:presLayoutVars>
          <dgm:dir/>
          <dgm:resizeHandles val="exact"/>
        </dgm:presLayoutVars>
      </dgm:prSet>
      <dgm:spPr/>
    </dgm:pt>
    <dgm:pt modelId="{983CC8B8-8B8F-4419-9C4E-3961F07A75D4}" type="pres">
      <dgm:prSet presAssocID="{08E40251-7FD9-43B3-BCC8-8912E71CBB06}" presName="compNode" presStyleCnt="0"/>
      <dgm:spPr/>
    </dgm:pt>
    <dgm:pt modelId="{1FEF8F3C-A4F7-4A5F-B116-9E47D932A3E4}" type="pres">
      <dgm:prSet presAssocID="{08E40251-7FD9-43B3-BCC8-8912E71CBB06}" presName="bgRect" presStyleLbl="bgShp" presStyleIdx="0" presStyleCnt="2"/>
      <dgm:spPr/>
    </dgm:pt>
    <dgm:pt modelId="{B8D04FA1-2DBA-468C-B7AA-9E7220E1D93F}" type="pres">
      <dgm:prSet presAssocID="{08E40251-7FD9-43B3-BCC8-8912E71CBB0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35612051-6282-4FA0-9CB9-1D32C9ECE849}" type="pres">
      <dgm:prSet presAssocID="{08E40251-7FD9-43B3-BCC8-8912E71CBB06}" presName="spaceRect" presStyleCnt="0"/>
      <dgm:spPr/>
    </dgm:pt>
    <dgm:pt modelId="{9DB4E427-940B-4681-814A-A4367196C328}" type="pres">
      <dgm:prSet presAssocID="{08E40251-7FD9-43B3-BCC8-8912E71CBB06}" presName="parTx" presStyleLbl="revTx" presStyleIdx="0" presStyleCnt="3">
        <dgm:presLayoutVars>
          <dgm:chMax val="0"/>
          <dgm:chPref val="0"/>
        </dgm:presLayoutVars>
      </dgm:prSet>
      <dgm:spPr/>
    </dgm:pt>
    <dgm:pt modelId="{1870AE0A-5968-4BCA-9BF2-C17A34E9296D}" type="pres">
      <dgm:prSet presAssocID="{D2222F60-DF5B-41ED-A7B7-A0535E4ADBFC}" presName="sibTrans" presStyleCnt="0"/>
      <dgm:spPr/>
    </dgm:pt>
    <dgm:pt modelId="{A5DD2EEB-D28B-414C-AA2E-E2C08AB4CA21}" type="pres">
      <dgm:prSet presAssocID="{36000E30-6DD2-4B65-9F96-A4E1D8A95C29}" presName="compNode" presStyleCnt="0"/>
      <dgm:spPr/>
    </dgm:pt>
    <dgm:pt modelId="{CAA55D0F-45CB-4429-92B8-86A8958C4F52}" type="pres">
      <dgm:prSet presAssocID="{36000E30-6DD2-4B65-9F96-A4E1D8A95C29}" presName="bgRect" presStyleLbl="bgShp" presStyleIdx="1" presStyleCnt="2"/>
      <dgm:spPr/>
    </dgm:pt>
    <dgm:pt modelId="{CC3DE553-733A-4A02-8CBC-366EB8872556}" type="pres">
      <dgm:prSet presAssocID="{36000E30-6DD2-4B65-9F96-A4E1D8A95C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ânio"/>
        </a:ext>
      </dgm:extLst>
    </dgm:pt>
    <dgm:pt modelId="{C64AA776-9B95-4B72-85E1-D554F3AD21DE}" type="pres">
      <dgm:prSet presAssocID="{36000E30-6DD2-4B65-9F96-A4E1D8A95C29}" presName="spaceRect" presStyleCnt="0"/>
      <dgm:spPr/>
    </dgm:pt>
    <dgm:pt modelId="{8AB99E52-B09B-46A0-A090-D4AA49D30B21}" type="pres">
      <dgm:prSet presAssocID="{36000E30-6DD2-4B65-9F96-A4E1D8A95C29}" presName="parTx" presStyleLbl="revTx" presStyleIdx="1" presStyleCnt="3">
        <dgm:presLayoutVars>
          <dgm:chMax val="0"/>
          <dgm:chPref val="0"/>
        </dgm:presLayoutVars>
      </dgm:prSet>
      <dgm:spPr/>
    </dgm:pt>
    <dgm:pt modelId="{CB72DAD8-B713-4791-A6AC-3A0438BF37BB}" type="pres">
      <dgm:prSet presAssocID="{36000E30-6DD2-4B65-9F96-A4E1D8A95C29}" presName="desTx" presStyleLbl="revTx" presStyleIdx="2" presStyleCnt="3">
        <dgm:presLayoutVars/>
      </dgm:prSet>
      <dgm:spPr/>
    </dgm:pt>
  </dgm:ptLst>
  <dgm:cxnLst>
    <dgm:cxn modelId="{1C695214-C6CE-4C7F-A985-7040BE9C48E9}" type="presOf" srcId="{36000E30-6DD2-4B65-9F96-A4E1D8A95C29}" destId="{8AB99E52-B09B-46A0-A090-D4AA49D30B21}" srcOrd="0" destOrd="0" presId="urn:microsoft.com/office/officeart/2018/2/layout/IconVerticalSolidList"/>
    <dgm:cxn modelId="{5A6E795E-FE28-4E2D-86E3-B861FDAEA8A2}" srcId="{E5B5AF54-3AFC-4214-A622-1157F2FFB0F2}" destId="{08E40251-7FD9-43B3-BCC8-8912E71CBB06}" srcOrd="0" destOrd="0" parTransId="{31FBE8F2-5233-4A4E-87F7-CE259EF55BBF}" sibTransId="{D2222F60-DF5B-41ED-A7B7-A0535E4ADBFC}"/>
    <dgm:cxn modelId="{96A1FD41-8C89-4E7A-8E24-36E419527480}" type="presOf" srcId="{3C6BCD81-9056-4B50-94BB-A3E167382A46}" destId="{CB72DAD8-B713-4791-A6AC-3A0438BF37BB}" srcOrd="0" destOrd="0" presId="urn:microsoft.com/office/officeart/2018/2/layout/IconVerticalSolidList"/>
    <dgm:cxn modelId="{67DFA96F-7C0A-46D0-AB50-0CD4FCBFA76D}" srcId="{36000E30-6DD2-4B65-9F96-A4E1D8A95C29}" destId="{54C94BF1-95B7-4971-9F67-D5F4807EBE73}" srcOrd="1" destOrd="0" parTransId="{97655DE2-87D1-4FE3-96EB-D2E23BC61FD3}" sibTransId="{68D01E21-4CE0-4CB2-8F40-9F0E74A5C61F}"/>
    <dgm:cxn modelId="{B6298293-5A17-4A15-A341-52C3CF6A2165}" srcId="{E5B5AF54-3AFC-4214-A622-1157F2FFB0F2}" destId="{36000E30-6DD2-4B65-9F96-A4E1D8A95C29}" srcOrd="1" destOrd="0" parTransId="{F38CEDC8-A5B0-45AA-B9AC-7482D9A9C641}" sibTransId="{827652B5-007B-41D9-9EDC-6328D6B84DE1}"/>
    <dgm:cxn modelId="{B578479A-7EE3-42CC-A6A3-AC78CA183307}" type="presOf" srcId="{54C94BF1-95B7-4971-9F67-D5F4807EBE73}" destId="{CB72DAD8-B713-4791-A6AC-3A0438BF37BB}" srcOrd="0" destOrd="1" presId="urn:microsoft.com/office/officeart/2018/2/layout/IconVerticalSolidList"/>
    <dgm:cxn modelId="{E180B1A6-60D4-4398-A2B2-0C8A109ACC37}" type="presOf" srcId="{E5B5AF54-3AFC-4214-A622-1157F2FFB0F2}" destId="{F4C86D66-FFC7-4378-9356-8BADC853B495}" srcOrd="0" destOrd="0" presId="urn:microsoft.com/office/officeart/2018/2/layout/IconVerticalSolidList"/>
    <dgm:cxn modelId="{B4ADCDAC-285E-4A54-A0B0-56CED97853A4}" type="presOf" srcId="{08E40251-7FD9-43B3-BCC8-8912E71CBB06}" destId="{9DB4E427-940B-4681-814A-A4367196C328}" srcOrd="0" destOrd="0" presId="urn:microsoft.com/office/officeart/2018/2/layout/IconVerticalSolidList"/>
    <dgm:cxn modelId="{3A3339BA-27AC-4768-9FE8-66A8F79A379E}" srcId="{36000E30-6DD2-4B65-9F96-A4E1D8A95C29}" destId="{3C6BCD81-9056-4B50-94BB-A3E167382A46}" srcOrd="0" destOrd="0" parTransId="{683B347E-9E83-486D-AA39-7CF3804C8D55}" sibTransId="{2FB9DEBC-9733-49AC-9CA5-1D4E23B74470}"/>
    <dgm:cxn modelId="{4ECBAEE2-858B-4BF6-B971-F4935F0F9679}" type="presParOf" srcId="{F4C86D66-FFC7-4378-9356-8BADC853B495}" destId="{983CC8B8-8B8F-4419-9C4E-3961F07A75D4}" srcOrd="0" destOrd="0" presId="urn:microsoft.com/office/officeart/2018/2/layout/IconVerticalSolidList"/>
    <dgm:cxn modelId="{5CAE249D-0C94-4B7D-AB71-C862366FD880}" type="presParOf" srcId="{983CC8B8-8B8F-4419-9C4E-3961F07A75D4}" destId="{1FEF8F3C-A4F7-4A5F-B116-9E47D932A3E4}" srcOrd="0" destOrd="0" presId="urn:microsoft.com/office/officeart/2018/2/layout/IconVerticalSolidList"/>
    <dgm:cxn modelId="{0627B5BC-FE5F-4B91-9E7D-4C2D9CF92914}" type="presParOf" srcId="{983CC8B8-8B8F-4419-9C4E-3961F07A75D4}" destId="{B8D04FA1-2DBA-468C-B7AA-9E7220E1D93F}" srcOrd="1" destOrd="0" presId="urn:microsoft.com/office/officeart/2018/2/layout/IconVerticalSolidList"/>
    <dgm:cxn modelId="{42660F46-C2C4-4BFF-9888-FE9CF091CD5C}" type="presParOf" srcId="{983CC8B8-8B8F-4419-9C4E-3961F07A75D4}" destId="{35612051-6282-4FA0-9CB9-1D32C9ECE849}" srcOrd="2" destOrd="0" presId="urn:microsoft.com/office/officeart/2018/2/layout/IconVerticalSolidList"/>
    <dgm:cxn modelId="{9F6710AC-0E97-4EA4-8E6B-A8F924F520DB}" type="presParOf" srcId="{983CC8B8-8B8F-4419-9C4E-3961F07A75D4}" destId="{9DB4E427-940B-4681-814A-A4367196C328}" srcOrd="3" destOrd="0" presId="urn:microsoft.com/office/officeart/2018/2/layout/IconVerticalSolidList"/>
    <dgm:cxn modelId="{AB3BAA49-8608-43B9-8CB4-4B3ACB76108F}" type="presParOf" srcId="{F4C86D66-FFC7-4378-9356-8BADC853B495}" destId="{1870AE0A-5968-4BCA-9BF2-C17A34E9296D}" srcOrd="1" destOrd="0" presId="urn:microsoft.com/office/officeart/2018/2/layout/IconVerticalSolidList"/>
    <dgm:cxn modelId="{9083E300-3BD3-462E-B3B6-2C3191949868}" type="presParOf" srcId="{F4C86D66-FFC7-4378-9356-8BADC853B495}" destId="{A5DD2EEB-D28B-414C-AA2E-E2C08AB4CA21}" srcOrd="2" destOrd="0" presId="urn:microsoft.com/office/officeart/2018/2/layout/IconVerticalSolidList"/>
    <dgm:cxn modelId="{072FDA79-2048-40E6-BFF6-4A41C5416DC0}" type="presParOf" srcId="{A5DD2EEB-D28B-414C-AA2E-E2C08AB4CA21}" destId="{CAA55D0F-45CB-4429-92B8-86A8958C4F52}" srcOrd="0" destOrd="0" presId="urn:microsoft.com/office/officeart/2018/2/layout/IconVerticalSolidList"/>
    <dgm:cxn modelId="{B0F25068-AC1D-4E9F-8DED-07F7A60D4D2B}" type="presParOf" srcId="{A5DD2EEB-D28B-414C-AA2E-E2C08AB4CA21}" destId="{CC3DE553-733A-4A02-8CBC-366EB8872556}" srcOrd="1" destOrd="0" presId="urn:microsoft.com/office/officeart/2018/2/layout/IconVerticalSolidList"/>
    <dgm:cxn modelId="{9667DA2A-4DA1-48E5-8C55-EA6D47FFE648}" type="presParOf" srcId="{A5DD2EEB-D28B-414C-AA2E-E2C08AB4CA21}" destId="{C64AA776-9B95-4B72-85E1-D554F3AD21DE}" srcOrd="2" destOrd="0" presId="urn:microsoft.com/office/officeart/2018/2/layout/IconVerticalSolidList"/>
    <dgm:cxn modelId="{4630B34F-9AE3-4C55-A13A-12813F86889C}" type="presParOf" srcId="{A5DD2EEB-D28B-414C-AA2E-E2C08AB4CA21}" destId="{8AB99E52-B09B-46A0-A090-D4AA49D30B21}" srcOrd="3" destOrd="0" presId="urn:microsoft.com/office/officeart/2018/2/layout/IconVerticalSolidList"/>
    <dgm:cxn modelId="{337722CD-4071-4E42-A89D-D1732CEFAB55}" type="presParOf" srcId="{A5DD2EEB-D28B-414C-AA2E-E2C08AB4CA21}" destId="{CB72DAD8-B713-4791-A6AC-3A0438BF37B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7EB1F22-7AA1-4E7D-9746-C86A5D90BE1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78A4EA80-30EE-469F-A57F-6F6E736E4978}">
      <dgm:prSet/>
      <dgm:spPr/>
      <dgm:t>
        <a:bodyPr/>
        <a:lstStyle/>
        <a:p>
          <a:pPr>
            <a:defRPr cap="all"/>
          </a:pPr>
          <a:r>
            <a:rPr lang="en-US" b="1"/>
            <a:t>📸 SLIDE 36: OBRIGADO!</a:t>
          </a:r>
          <a:endParaRPr lang="en-US"/>
        </a:p>
      </dgm:t>
    </dgm:pt>
    <dgm:pt modelId="{071DBF93-1663-405D-AECD-554EAA7A48EC}" type="parTrans" cxnId="{2899A452-D370-453C-A127-5516929C3FBB}">
      <dgm:prSet/>
      <dgm:spPr/>
      <dgm:t>
        <a:bodyPr/>
        <a:lstStyle/>
        <a:p>
          <a:endParaRPr lang="en-US"/>
        </a:p>
      </dgm:t>
    </dgm:pt>
    <dgm:pt modelId="{30D76554-C1C1-42B5-8528-23149BA4FDA2}" type="sibTrans" cxnId="{2899A452-D370-453C-A127-5516929C3FBB}">
      <dgm:prSet/>
      <dgm:spPr/>
      <dgm:t>
        <a:bodyPr/>
        <a:lstStyle/>
        <a:p>
          <a:endParaRPr lang="en-US"/>
        </a:p>
      </dgm:t>
    </dgm:pt>
    <dgm:pt modelId="{8835312E-3A36-473A-AED5-6BDC6D72804F}">
      <dgm:prSet/>
      <dgm:spPr/>
      <dgm:t>
        <a:bodyPr/>
        <a:lstStyle/>
        <a:p>
          <a:pPr>
            <a:defRPr cap="all"/>
          </a:pPr>
          <a:r>
            <a:rPr lang="en-US" b="1"/>
            <a:t>Até o próximo encontro!</a:t>
          </a:r>
          <a:endParaRPr lang="en-US"/>
        </a:p>
      </dgm:t>
    </dgm:pt>
    <dgm:pt modelId="{4F1400F6-F980-4BF7-A692-E12C9D9EB07C}" type="parTrans" cxnId="{B3B3FAC9-EBCA-4A20-9C84-2D2A4EB96490}">
      <dgm:prSet/>
      <dgm:spPr/>
      <dgm:t>
        <a:bodyPr/>
        <a:lstStyle/>
        <a:p>
          <a:endParaRPr lang="en-US"/>
        </a:p>
      </dgm:t>
    </dgm:pt>
    <dgm:pt modelId="{3BB3023C-70F1-4F13-AF5D-4F8F6267C289}" type="sibTrans" cxnId="{B3B3FAC9-EBCA-4A20-9C84-2D2A4EB96490}">
      <dgm:prSet/>
      <dgm:spPr/>
      <dgm:t>
        <a:bodyPr/>
        <a:lstStyle/>
        <a:p>
          <a:endParaRPr lang="en-US"/>
        </a:p>
      </dgm:t>
    </dgm:pt>
    <dgm:pt modelId="{0266848D-90EA-4A92-8A73-3EC75C59151F}">
      <dgm:prSet/>
      <dgm:spPr/>
      <dgm:t>
        <a:bodyPr/>
        <a:lstStyle/>
        <a:p>
          <a:pPr>
            <a:defRPr cap="all"/>
          </a:pPr>
          <a:r>
            <a:rPr lang="en-US" b="1"/>
            <a:t>Dúvidas? Conversem com a liderança.</a:t>
          </a:r>
          <a:endParaRPr lang="en-US"/>
        </a:p>
      </dgm:t>
    </dgm:pt>
    <dgm:pt modelId="{66C961FC-484A-4D3F-A3A4-186D6FB56398}" type="parTrans" cxnId="{6CA0B575-FC31-4542-B818-4F8D8BA10C95}">
      <dgm:prSet/>
      <dgm:spPr/>
      <dgm:t>
        <a:bodyPr/>
        <a:lstStyle/>
        <a:p>
          <a:endParaRPr lang="en-US"/>
        </a:p>
      </dgm:t>
    </dgm:pt>
    <dgm:pt modelId="{071309BE-FF90-41AA-80F4-33D42FE317CF}" type="sibTrans" cxnId="{6CA0B575-FC31-4542-B818-4F8D8BA10C95}">
      <dgm:prSet/>
      <dgm:spPr/>
      <dgm:t>
        <a:bodyPr/>
        <a:lstStyle/>
        <a:p>
          <a:endParaRPr lang="en-US"/>
        </a:p>
      </dgm:t>
    </dgm:pt>
    <dgm:pt modelId="{4D907F8E-C7E1-4A40-BBEE-2E2684285D4C}">
      <dgm:prSet/>
      <dgm:spPr/>
      <dgm:t>
        <a:bodyPr/>
        <a:lstStyle/>
        <a:p>
          <a:pPr>
            <a:defRPr cap="all"/>
          </a:pPr>
          <a:r>
            <a:rPr lang="en-US" b="1"/>
            <a:t>Que Deus abençoe cada um de vocês!</a:t>
          </a:r>
          <a:endParaRPr lang="en-US"/>
        </a:p>
      </dgm:t>
    </dgm:pt>
    <dgm:pt modelId="{CAFDC467-3214-485A-B07F-7469F3250A93}" type="parTrans" cxnId="{E391843A-C07D-4EF5-BE1E-A50D534F5771}">
      <dgm:prSet/>
      <dgm:spPr/>
      <dgm:t>
        <a:bodyPr/>
        <a:lstStyle/>
        <a:p>
          <a:endParaRPr lang="en-US"/>
        </a:p>
      </dgm:t>
    </dgm:pt>
    <dgm:pt modelId="{257199B7-BE5C-496F-873F-9C76EB699EE1}" type="sibTrans" cxnId="{E391843A-C07D-4EF5-BE1E-A50D534F5771}">
      <dgm:prSet/>
      <dgm:spPr/>
      <dgm:t>
        <a:bodyPr/>
        <a:lstStyle/>
        <a:p>
          <a:endParaRPr lang="en-US"/>
        </a:p>
      </dgm:t>
    </dgm:pt>
    <dgm:pt modelId="{8505A746-5752-46C4-9941-E13B3DF431DF}" type="pres">
      <dgm:prSet presAssocID="{07EB1F22-7AA1-4E7D-9746-C86A5D90BE1F}" presName="root" presStyleCnt="0">
        <dgm:presLayoutVars>
          <dgm:dir/>
          <dgm:resizeHandles val="exact"/>
        </dgm:presLayoutVars>
      </dgm:prSet>
      <dgm:spPr/>
    </dgm:pt>
    <dgm:pt modelId="{E765B592-8FF7-463D-AC3A-D363E004A509}" type="pres">
      <dgm:prSet presAssocID="{78A4EA80-30EE-469F-A57F-6F6E736E4978}" presName="compNode" presStyleCnt="0"/>
      <dgm:spPr/>
    </dgm:pt>
    <dgm:pt modelId="{7B3DAA16-40B4-43C9-AD9E-45403F99F760}" type="pres">
      <dgm:prSet presAssocID="{78A4EA80-30EE-469F-A57F-6F6E736E4978}" presName="iconBgRect" presStyleLbl="bgShp" presStyleIdx="0" presStyleCnt="4"/>
      <dgm:spPr/>
    </dgm:pt>
    <dgm:pt modelId="{9CEE5602-A4CF-4A3D-9129-DD86157E3416}" type="pres">
      <dgm:prSet presAssocID="{78A4EA80-30EE-469F-A57F-6F6E736E49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king Face with Solid Fill"/>
        </a:ext>
      </dgm:extLst>
    </dgm:pt>
    <dgm:pt modelId="{6CCFDE56-C066-4E53-BFD9-8926CCE48738}" type="pres">
      <dgm:prSet presAssocID="{78A4EA80-30EE-469F-A57F-6F6E736E4978}" presName="spaceRect" presStyleCnt="0"/>
      <dgm:spPr/>
    </dgm:pt>
    <dgm:pt modelId="{C9944EB4-34D5-4E1B-9CBD-F789307E566F}" type="pres">
      <dgm:prSet presAssocID="{78A4EA80-30EE-469F-A57F-6F6E736E4978}" presName="textRect" presStyleLbl="revTx" presStyleIdx="0" presStyleCnt="4">
        <dgm:presLayoutVars>
          <dgm:chMax val="1"/>
          <dgm:chPref val="1"/>
        </dgm:presLayoutVars>
      </dgm:prSet>
      <dgm:spPr/>
    </dgm:pt>
    <dgm:pt modelId="{DF86E980-B686-401A-9317-0FD248F8AF0B}" type="pres">
      <dgm:prSet presAssocID="{30D76554-C1C1-42B5-8528-23149BA4FDA2}" presName="sibTrans" presStyleCnt="0"/>
      <dgm:spPr/>
    </dgm:pt>
    <dgm:pt modelId="{F52E5DCD-B65B-40AD-888F-AD5217047DE6}" type="pres">
      <dgm:prSet presAssocID="{8835312E-3A36-473A-AED5-6BDC6D72804F}" presName="compNode" presStyleCnt="0"/>
      <dgm:spPr/>
    </dgm:pt>
    <dgm:pt modelId="{8E6EFCA4-3046-4303-90D3-EFA305FB4952}" type="pres">
      <dgm:prSet presAssocID="{8835312E-3A36-473A-AED5-6BDC6D72804F}" presName="iconBgRect" presStyleLbl="bgShp" presStyleIdx="1" presStyleCnt="4"/>
      <dgm:spPr/>
    </dgm:pt>
    <dgm:pt modelId="{C605D5EB-5336-4F35-B0E3-876ABB7334D6}" type="pres">
      <dgm:prSet presAssocID="{8835312E-3A36-473A-AED5-6BDC6D7280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ão"/>
        </a:ext>
      </dgm:extLst>
    </dgm:pt>
    <dgm:pt modelId="{134DF34F-9CA4-40B5-A8FB-162C0D555FA5}" type="pres">
      <dgm:prSet presAssocID="{8835312E-3A36-473A-AED5-6BDC6D72804F}" presName="spaceRect" presStyleCnt="0"/>
      <dgm:spPr/>
    </dgm:pt>
    <dgm:pt modelId="{C862D28C-F536-4783-BB2D-8E6829B330A6}" type="pres">
      <dgm:prSet presAssocID="{8835312E-3A36-473A-AED5-6BDC6D72804F}" presName="textRect" presStyleLbl="revTx" presStyleIdx="1" presStyleCnt="4">
        <dgm:presLayoutVars>
          <dgm:chMax val="1"/>
          <dgm:chPref val="1"/>
        </dgm:presLayoutVars>
      </dgm:prSet>
      <dgm:spPr/>
    </dgm:pt>
    <dgm:pt modelId="{B3967E9A-328C-4F09-B4DB-47D15A3CB644}" type="pres">
      <dgm:prSet presAssocID="{3BB3023C-70F1-4F13-AF5D-4F8F6267C289}" presName="sibTrans" presStyleCnt="0"/>
      <dgm:spPr/>
    </dgm:pt>
    <dgm:pt modelId="{F080E96A-A9EC-49CE-B487-EBBF13D451BC}" type="pres">
      <dgm:prSet presAssocID="{0266848D-90EA-4A92-8A73-3EC75C59151F}" presName="compNode" presStyleCnt="0"/>
      <dgm:spPr/>
    </dgm:pt>
    <dgm:pt modelId="{7422F62B-E18F-4883-AFE5-9BEEC1B4A2EC}" type="pres">
      <dgm:prSet presAssocID="{0266848D-90EA-4A92-8A73-3EC75C59151F}" presName="iconBgRect" presStyleLbl="bgShp" presStyleIdx="2" presStyleCnt="4"/>
      <dgm:spPr/>
    </dgm:pt>
    <dgm:pt modelId="{6D81E0D7-2DB2-4EAA-AEF7-32785EE40D8E}" type="pres">
      <dgm:prSet presAssocID="{0266848D-90EA-4A92-8A73-3EC75C5915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6A6A529A-C59B-44A0-B613-FEA5D903C71B}" type="pres">
      <dgm:prSet presAssocID="{0266848D-90EA-4A92-8A73-3EC75C59151F}" presName="spaceRect" presStyleCnt="0"/>
      <dgm:spPr/>
    </dgm:pt>
    <dgm:pt modelId="{EC378F92-9D4E-4454-85AC-BBDD7320DA62}" type="pres">
      <dgm:prSet presAssocID="{0266848D-90EA-4A92-8A73-3EC75C59151F}" presName="textRect" presStyleLbl="revTx" presStyleIdx="2" presStyleCnt="4">
        <dgm:presLayoutVars>
          <dgm:chMax val="1"/>
          <dgm:chPref val="1"/>
        </dgm:presLayoutVars>
      </dgm:prSet>
      <dgm:spPr/>
    </dgm:pt>
    <dgm:pt modelId="{FEE1E083-65FA-4821-B6A4-D9AC7DA66477}" type="pres">
      <dgm:prSet presAssocID="{071309BE-FF90-41AA-80F4-33D42FE317CF}" presName="sibTrans" presStyleCnt="0"/>
      <dgm:spPr/>
    </dgm:pt>
    <dgm:pt modelId="{FF760173-6D3B-4785-A738-78B9ECAE5D7A}" type="pres">
      <dgm:prSet presAssocID="{4D907F8E-C7E1-4A40-BBEE-2E2684285D4C}" presName="compNode" presStyleCnt="0"/>
      <dgm:spPr/>
    </dgm:pt>
    <dgm:pt modelId="{32353BDD-FD55-4B3A-BB63-B3DEE6313F92}" type="pres">
      <dgm:prSet presAssocID="{4D907F8E-C7E1-4A40-BBEE-2E2684285D4C}" presName="iconBgRect" presStyleLbl="bgShp" presStyleIdx="3" presStyleCnt="4"/>
      <dgm:spPr/>
    </dgm:pt>
    <dgm:pt modelId="{885F2D83-FEAE-4019-9BF0-9AA5E524172D}" type="pres">
      <dgm:prSet presAssocID="{4D907F8E-C7E1-4A40-BBEE-2E2684285D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ação"/>
        </a:ext>
      </dgm:extLst>
    </dgm:pt>
    <dgm:pt modelId="{81EC13DE-562A-481A-BC59-3EB0089AA435}" type="pres">
      <dgm:prSet presAssocID="{4D907F8E-C7E1-4A40-BBEE-2E2684285D4C}" presName="spaceRect" presStyleCnt="0"/>
      <dgm:spPr/>
    </dgm:pt>
    <dgm:pt modelId="{1B36DF8B-EC73-494A-8F49-391A7350CB1C}" type="pres">
      <dgm:prSet presAssocID="{4D907F8E-C7E1-4A40-BBEE-2E2684285D4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CF22D21-0783-4A91-8B47-5F0C44271B28}" type="presOf" srcId="{4D907F8E-C7E1-4A40-BBEE-2E2684285D4C}" destId="{1B36DF8B-EC73-494A-8F49-391A7350CB1C}" srcOrd="0" destOrd="0" presId="urn:microsoft.com/office/officeart/2018/5/layout/IconCircleLabelList"/>
    <dgm:cxn modelId="{02314624-B942-438F-81A4-6F780ADE7D46}" type="presOf" srcId="{0266848D-90EA-4A92-8A73-3EC75C59151F}" destId="{EC378F92-9D4E-4454-85AC-BBDD7320DA62}" srcOrd="0" destOrd="0" presId="urn:microsoft.com/office/officeart/2018/5/layout/IconCircleLabelList"/>
    <dgm:cxn modelId="{E391843A-C07D-4EF5-BE1E-A50D534F5771}" srcId="{07EB1F22-7AA1-4E7D-9746-C86A5D90BE1F}" destId="{4D907F8E-C7E1-4A40-BBEE-2E2684285D4C}" srcOrd="3" destOrd="0" parTransId="{CAFDC467-3214-485A-B07F-7469F3250A93}" sibTransId="{257199B7-BE5C-496F-873F-9C76EB699EE1}"/>
    <dgm:cxn modelId="{2899A452-D370-453C-A127-5516929C3FBB}" srcId="{07EB1F22-7AA1-4E7D-9746-C86A5D90BE1F}" destId="{78A4EA80-30EE-469F-A57F-6F6E736E4978}" srcOrd="0" destOrd="0" parTransId="{071DBF93-1663-405D-AECD-554EAA7A48EC}" sibTransId="{30D76554-C1C1-42B5-8528-23149BA4FDA2}"/>
    <dgm:cxn modelId="{6CA0B575-FC31-4542-B818-4F8D8BA10C95}" srcId="{07EB1F22-7AA1-4E7D-9746-C86A5D90BE1F}" destId="{0266848D-90EA-4A92-8A73-3EC75C59151F}" srcOrd="2" destOrd="0" parTransId="{66C961FC-484A-4D3F-A3A4-186D6FB56398}" sibTransId="{071309BE-FF90-41AA-80F4-33D42FE317CF}"/>
    <dgm:cxn modelId="{1990DEB3-0060-47B5-BD4A-E025CAED6CD5}" type="presOf" srcId="{78A4EA80-30EE-469F-A57F-6F6E736E4978}" destId="{C9944EB4-34D5-4E1B-9CBD-F789307E566F}" srcOrd="0" destOrd="0" presId="urn:microsoft.com/office/officeart/2018/5/layout/IconCircleLabelList"/>
    <dgm:cxn modelId="{B3B3FAC9-EBCA-4A20-9C84-2D2A4EB96490}" srcId="{07EB1F22-7AA1-4E7D-9746-C86A5D90BE1F}" destId="{8835312E-3A36-473A-AED5-6BDC6D72804F}" srcOrd="1" destOrd="0" parTransId="{4F1400F6-F980-4BF7-A692-E12C9D9EB07C}" sibTransId="{3BB3023C-70F1-4F13-AF5D-4F8F6267C289}"/>
    <dgm:cxn modelId="{792873CD-E6A8-41BC-9FBC-83811449CFB6}" type="presOf" srcId="{8835312E-3A36-473A-AED5-6BDC6D72804F}" destId="{C862D28C-F536-4783-BB2D-8E6829B330A6}" srcOrd="0" destOrd="0" presId="urn:microsoft.com/office/officeart/2018/5/layout/IconCircleLabelList"/>
    <dgm:cxn modelId="{9E979FFC-7255-483E-A7B7-728AAA7CAEDF}" type="presOf" srcId="{07EB1F22-7AA1-4E7D-9746-C86A5D90BE1F}" destId="{8505A746-5752-46C4-9941-E13B3DF431DF}" srcOrd="0" destOrd="0" presId="urn:microsoft.com/office/officeart/2018/5/layout/IconCircleLabelList"/>
    <dgm:cxn modelId="{1672D9D6-18DC-432D-B2EA-B84326C0EF49}" type="presParOf" srcId="{8505A746-5752-46C4-9941-E13B3DF431DF}" destId="{E765B592-8FF7-463D-AC3A-D363E004A509}" srcOrd="0" destOrd="0" presId="urn:microsoft.com/office/officeart/2018/5/layout/IconCircleLabelList"/>
    <dgm:cxn modelId="{D0D4709F-A33E-4C08-A56B-1CE8160297A7}" type="presParOf" srcId="{E765B592-8FF7-463D-AC3A-D363E004A509}" destId="{7B3DAA16-40B4-43C9-AD9E-45403F99F760}" srcOrd="0" destOrd="0" presId="urn:microsoft.com/office/officeart/2018/5/layout/IconCircleLabelList"/>
    <dgm:cxn modelId="{59821D3B-8B54-4304-947B-8B455FE2CDA7}" type="presParOf" srcId="{E765B592-8FF7-463D-AC3A-D363E004A509}" destId="{9CEE5602-A4CF-4A3D-9129-DD86157E3416}" srcOrd="1" destOrd="0" presId="urn:microsoft.com/office/officeart/2018/5/layout/IconCircleLabelList"/>
    <dgm:cxn modelId="{8D0391F0-8CD3-4A90-8F95-D70ABAE2FDBD}" type="presParOf" srcId="{E765B592-8FF7-463D-AC3A-D363E004A509}" destId="{6CCFDE56-C066-4E53-BFD9-8926CCE48738}" srcOrd="2" destOrd="0" presId="urn:microsoft.com/office/officeart/2018/5/layout/IconCircleLabelList"/>
    <dgm:cxn modelId="{7A8E7A45-C33A-4A6B-A5E8-05D08EE270A2}" type="presParOf" srcId="{E765B592-8FF7-463D-AC3A-D363E004A509}" destId="{C9944EB4-34D5-4E1B-9CBD-F789307E566F}" srcOrd="3" destOrd="0" presId="urn:microsoft.com/office/officeart/2018/5/layout/IconCircleLabelList"/>
    <dgm:cxn modelId="{CF51194F-5FED-4BEE-882D-B5ED24E02F15}" type="presParOf" srcId="{8505A746-5752-46C4-9941-E13B3DF431DF}" destId="{DF86E980-B686-401A-9317-0FD248F8AF0B}" srcOrd="1" destOrd="0" presId="urn:microsoft.com/office/officeart/2018/5/layout/IconCircleLabelList"/>
    <dgm:cxn modelId="{5363D60F-8FFB-4F99-AB33-8F6B55380763}" type="presParOf" srcId="{8505A746-5752-46C4-9941-E13B3DF431DF}" destId="{F52E5DCD-B65B-40AD-888F-AD5217047DE6}" srcOrd="2" destOrd="0" presId="urn:microsoft.com/office/officeart/2018/5/layout/IconCircleLabelList"/>
    <dgm:cxn modelId="{FBF52528-7329-49E6-8469-94AC4B6918EF}" type="presParOf" srcId="{F52E5DCD-B65B-40AD-888F-AD5217047DE6}" destId="{8E6EFCA4-3046-4303-90D3-EFA305FB4952}" srcOrd="0" destOrd="0" presId="urn:microsoft.com/office/officeart/2018/5/layout/IconCircleLabelList"/>
    <dgm:cxn modelId="{7E44D822-046A-4293-88A2-0157B2CAA14F}" type="presParOf" srcId="{F52E5DCD-B65B-40AD-888F-AD5217047DE6}" destId="{C605D5EB-5336-4F35-B0E3-876ABB7334D6}" srcOrd="1" destOrd="0" presId="urn:microsoft.com/office/officeart/2018/5/layout/IconCircleLabelList"/>
    <dgm:cxn modelId="{A88606CA-D6F4-4367-9C2D-3E9C3BC6E335}" type="presParOf" srcId="{F52E5DCD-B65B-40AD-888F-AD5217047DE6}" destId="{134DF34F-9CA4-40B5-A8FB-162C0D555FA5}" srcOrd="2" destOrd="0" presId="urn:microsoft.com/office/officeart/2018/5/layout/IconCircleLabelList"/>
    <dgm:cxn modelId="{3A8DEBAF-3E40-4E47-8D0B-E6F5B1909FE4}" type="presParOf" srcId="{F52E5DCD-B65B-40AD-888F-AD5217047DE6}" destId="{C862D28C-F536-4783-BB2D-8E6829B330A6}" srcOrd="3" destOrd="0" presId="urn:microsoft.com/office/officeart/2018/5/layout/IconCircleLabelList"/>
    <dgm:cxn modelId="{98054C9B-7FB3-4530-9643-EC8414986FAD}" type="presParOf" srcId="{8505A746-5752-46C4-9941-E13B3DF431DF}" destId="{B3967E9A-328C-4F09-B4DB-47D15A3CB644}" srcOrd="3" destOrd="0" presId="urn:microsoft.com/office/officeart/2018/5/layout/IconCircleLabelList"/>
    <dgm:cxn modelId="{1ACBF03B-D2F9-48C4-A06D-C4F9E51099A0}" type="presParOf" srcId="{8505A746-5752-46C4-9941-E13B3DF431DF}" destId="{F080E96A-A9EC-49CE-B487-EBBF13D451BC}" srcOrd="4" destOrd="0" presId="urn:microsoft.com/office/officeart/2018/5/layout/IconCircleLabelList"/>
    <dgm:cxn modelId="{41A5DA61-173F-48FB-91A1-18C02ABAD640}" type="presParOf" srcId="{F080E96A-A9EC-49CE-B487-EBBF13D451BC}" destId="{7422F62B-E18F-4883-AFE5-9BEEC1B4A2EC}" srcOrd="0" destOrd="0" presId="urn:microsoft.com/office/officeart/2018/5/layout/IconCircleLabelList"/>
    <dgm:cxn modelId="{899E546C-B202-464A-8775-334FF9CC4FBB}" type="presParOf" srcId="{F080E96A-A9EC-49CE-B487-EBBF13D451BC}" destId="{6D81E0D7-2DB2-4EAA-AEF7-32785EE40D8E}" srcOrd="1" destOrd="0" presId="urn:microsoft.com/office/officeart/2018/5/layout/IconCircleLabelList"/>
    <dgm:cxn modelId="{BD8EA497-1F21-402F-BF51-44C28AB4A4B1}" type="presParOf" srcId="{F080E96A-A9EC-49CE-B487-EBBF13D451BC}" destId="{6A6A529A-C59B-44A0-B613-FEA5D903C71B}" srcOrd="2" destOrd="0" presId="urn:microsoft.com/office/officeart/2018/5/layout/IconCircleLabelList"/>
    <dgm:cxn modelId="{20F952A0-9471-4C6E-99B8-08A9F52E8492}" type="presParOf" srcId="{F080E96A-A9EC-49CE-B487-EBBF13D451BC}" destId="{EC378F92-9D4E-4454-85AC-BBDD7320DA62}" srcOrd="3" destOrd="0" presId="urn:microsoft.com/office/officeart/2018/5/layout/IconCircleLabelList"/>
    <dgm:cxn modelId="{386DBF2D-9DD4-40CC-983F-9D6B0F5BDEB8}" type="presParOf" srcId="{8505A746-5752-46C4-9941-E13B3DF431DF}" destId="{FEE1E083-65FA-4821-B6A4-D9AC7DA66477}" srcOrd="5" destOrd="0" presId="urn:microsoft.com/office/officeart/2018/5/layout/IconCircleLabelList"/>
    <dgm:cxn modelId="{3B18CD4E-82FE-4A77-9EA0-A2EE9E1BA0DC}" type="presParOf" srcId="{8505A746-5752-46C4-9941-E13B3DF431DF}" destId="{FF760173-6D3B-4785-A738-78B9ECAE5D7A}" srcOrd="6" destOrd="0" presId="urn:microsoft.com/office/officeart/2018/5/layout/IconCircleLabelList"/>
    <dgm:cxn modelId="{685052A6-311F-4AA2-B8ED-AFF38A030FFA}" type="presParOf" srcId="{FF760173-6D3B-4785-A738-78B9ECAE5D7A}" destId="{32353BDD-FD55-4B3A-BB63-B3DEE6313F92}" srcOrd="0" destOrd="0" presId="urn:microsoft.com/office/officeart/2018/5/layout/IconCircleLabelList"/>
    <dgm:cxn modelId="{6DD97FE1-5F42-45D2-B295-20EA11679856}" type="presParOf" srcId="{FF760173-6D3B-4785-A738-78B9ECAE5D7A}" destId="{885F2D83-FEAE-4019-9BF0-9AA5E524172D}" srcOrd="1" destOrd="0" presId="urn:microsoft.com/office/officeart/2018/5/layout/IconCircleLabelList"/>
    <dgm:cxn modelId="{E715268E-5448-4768-8518-8603F942D82B}" type="presParOf" srcId="{FF760173-6D3B-4785-A738-78B9ECAE5D7A}" destId="{81EC13DE-562A-481A-BC59-3EB0089AA435}" srcOrd="2" destOrd="0" presId="urn:microsoft.com/office/officeart/2018/5/layout/IconCircleLabelList"/>
    <dgm:cxn modelId="{4CEEC949-7C87-4D24-B165-70E2051EE7A8}" type="presParOf" srcId="{FF760173-6D3B-4785-A738-78B9ECAE5D7A}" destId="{1B36DF8B-EC73-494A-8F49-391A7350CB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AC650-F1AF-4F09-96D7-9C9415AF9B5F}">
      <dsp:nvSpPr>
        <dsp:cNvPr id="0" name=""/>
        <dsp:cNvSpPr/>
      </dsp:nvSpPr>
      <dsp:spPr>
        <a:xfrm>
          <a:off x="0" y="36314"/>
          <a:ext cx="5098904" cy="6700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🙏 SLIDE 1: ABERTURA</a:t>
          </a:r>
          <a:endParaRPr lang="en-US" sz="1700" kern="1200" dirty="0"/>
        </a:p>
      </dsp:txBody>
      <dsp:txXfrm>
        <a:off x="32709" y="69023"/>
        <a:ext cx="5033486" cy="604626"/>
      </dsp:txXfrm>
    </dsp:sp>
    <dsp:sp modelId="{68F0D8D3-91FD-4EB3-BDB0-7CA695F9EE5A}">
      <dsp:nvSpPr>
        <dsp:cNvPr id="0" name=""/>
        <dsp:cNvSpPr/>
      </dsp:nvSpPr>
      <dsp:spPr>
        <a:xfrm>
          <a:off x="0" y="755319"/>
          <a:ext cx="5098904" cy="67004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BEM-VINDOS!</a:t>
          </a:r>
          <a:endParaRPr lang="en-US" sz="1700" kern="1200"/>
        </a:p>
      </dsp:txBody>
      <dsp:txXfrm>
        <a:off x="32709" y="788028"/>
        <a:ext cx="5033486" cy="604626"/>
      </dsp:txXfrm>
    </dsp:sp>
    <dsp:sp modelId="{8935C443-9531-4AA5-94A6-E4A7FAEB6111}">
      <dsp:nvSpPr>
        <dsp:cNvPr id="0" name=""/>
        <dsp:cNvSpPr/>
      </dsp:nvSpPr>
      <dsp:spPr>
        <a:xfrm>
          <a:off x="0" y="1474323"/>
          <a:ext cx="5098904" cy="67004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Curso de Formação em Liderança Servidora</a:t>
          </a:r>
          <a:br>
            <a:rPr lang="en-US" sz="1700" kern="1200"/>
          </a:br>
          <a:r>
            <a:rPr lang="en-US" sz="1700" kern="1200"/>
            <a:t>ADMC Sede - 2026</a:t>
          </a:r>
        </a:p>
      </dsp:txBody>
      <dsp:txXfrm>
        <a:off x="32709" y="1507032"/>
        <a:ext cx="5033486" cy="604626"/>
      </dsp:txXfrm>
    </dsp:sp>
    <dsp:sp modelId="{6C6EE02E-5175-43C8-BE4E-E3BB59E138EA}">
      <dsp:nvSpPr>
        <dsp:cNvPr id="0" name=""/>
        <dsp:cNvSpPr/>
      </dsp:nvSpPr>
      <dsp:spPr>
        <a:xfrm>
          <a:off x="0" y="2144368"/>
          <a:ext cx="5098904" cy="59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9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“A seara é grande, mas poucos são os trabalhadores. Roguem, pois, ao Senhor da seara que envie trabalhadores para a sua seara.”</a:t>
          </a:r>
          <a:br>
            <a:rPr lang="en-US" sz="1300" kern="1200"/>
          </a:br>
          <a:r>
            <a:rPr lang="en-US" sz="1300" b="1" kern="1200"/>
            <a:t>Mateus 9:37-38</a:t>
          </a:r>
          <a:endParaRPr lang="en-US" sz="1300" kern="1200"/>
        </a:p>
      </dsp:txBody>
      <dsp:txXfrm>
        <a:off x="0" y="2144368"/>
        <a:ext cx="5098904" cy="598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99437-4B16-4F6F-82E5-8921861DC08F}">
      <dsp:nvSpPr>
        <dsp:cNvPr id="0" name=""/>
        <dsp:cNvSpPr/>
      </dsp:nvSpPr>
      <dsp:spPr>
        <a:xfrm>
          <a:off x="0" y="398"/>
          <a:ext cx="404502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6ABD24-219C-4046-86DD-D1B413570CF8}">
      <dsp:nvSpPr>
        <dsp:cNvPr id="0" name=""/>
        <dsp:cNvSpPr/>
      </dsp:nvSpPr>
      <dsp:spPr>
        <a:xfrm>
          <a:off x="0" y="398"/>
          <a:ext cx="4045020" cy="652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📖 SLIDE 2: O QUE JESUS NOS ENSINOU</a:t>
          </a:r>
          <a:endParaRPr lang="en-US" sz="1800" kern="1200"/>
        </a:p>
      </dsp:txBody>
      <dsp:txXfrm>
        <a:off x="0" y="398"/>
        <a:ext cx="4045020" cy="652541"/>
      </dsp:txXfrm>
    </dsp:sp>
    <dsp:sp modelId="{3FFB01B6-34BC-4F4C-AE50-4578C67A9D2E}">
      <dsp:nvSpPr>
        <dsp:cNvPr id="0" name=""/>
        <dsp:cNvSpPr/>
      </dsp:nvSpPr>
      <dsp:spPr>
        <a:xfrm>
          <a:off x="0" y="652939"/>
          <a:ext cx="404502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347A19-39ED-40F5-9427-4D0C39476A9D}">
      <dsp:nvSpPr>
        <dsp:cNvPr id="0" name=""/>
        <dsp:cNvSpPr/>
      </dsp:nvSpPr>
      <dsp:spPr>
        <a:xfrm>
          <a:off x="0" y="652939"/>
          <a:ext cx="4045020" cy="652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Perceba o detalhe…</a:t>
          </a:r>
          <a:endParaRPr lang="en-US" sz="1800" kern="1200"/>
        </a:p>
      </dsp:txBody>
      <dsp:txXfrm>
        <a:off x="0" y="652939"/>
        <a:ext cx="4045020" cy="652541"/>
      </dsp:txXfrm>
    </dsp:sp>
    <dsp:sp modelId="{D3A8F51C-EEC6-47BC-B9EA-B00A6F1F99C4}">
      <dsp:nvSpPr>
        <dsp:cNvPr id="0" name=""/>
        <dsp:cNvSpPr/>
      </dsp:nvSpPr>
      <dsp:spPr>
        <a:xfrm>
          <a:off x="0" y="1305481"/>
          <a:ext cx="404502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22DD56-0522-4382-96E9-9303A7B8F4D7}">
      <dsp:nvSpPr>
        <dsp:cNvPr id="0" name=""/>
        <dsp:cNvSpPr/>
      </dsp:nvSpPr>
      <dsp:spPr>
        <a:xfrm>
          <a:off x="0" y="1305481"/>
          <a:ext cx="4045020" cy="652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Jesus </a:t>
          </a:r>
          <a:r>
            <a:rPr lang="en-US" sz="1800" b="1" kern="1200"/>
            <a:t>NÃO</a:t>
          </a:r>
          <a:r>
            <a:rPr lang="en-US" sz="1800" kern="1200"/>
            <a:t> pediu que orássemos por mais ovelhas.</a:t>
          </a:r>
        </a:p>
      </dsp:txBody>
      <dsp:txXfrm>
        <a:off x="0" y="1305481"/>
        <a:ext cx="4045020" cy="652541"/>
      </dsp:txXfrm>
    </dsp:sp>
    <dsp:sp modelId="{35241CC0-E274-41D4-B6B6-3B8332916B99}">
      <dsp:nvSpPr>
        <dsp:cNvPr id="0" name=""/>
        <dsp:cNvSpPr/>
      </dsp:nvSpPr>
      <dsp:spPr>
        <a:xfrm>
          <a:off x="0" y="1958022"/>
          <a:ext cx="404502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029EC51-79D0-4498-AC55-E8E9C7A1996E}">
      <dsp:nvSpPr>
        <dsp:cNvPr id="0" name=""/>
        <dsp:cNvSpPr/>
      </dsp:nvSpPr>
      <dsp:spPr>
        <a:xfrm>
          <a:off x="0" y="1958022"/>
          <a:ext cx="4045020" cy="652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Ele pediu por </a:t>
          </a:r>
          <a:r>
            <a:rPr lang="en-US" sz="1800" b="1" kern="1200"/>
            <a:t>TRABALHADORES</a:t>
          </a:r>
          <a:r>
            <a:rPr lang="en-US" sz="1800" kern="1200"/>
            <a:t>.</a:t>
          </a:r>
        </a:p>
      </dsp:txBody>
      <dsp:txXfrm>
        <a:off x="0" y="1958022"/>
        <a:ext cx="4045020" cy="652541"/>
      </dsp:txXfrm>
    </dsp:sp>
    <dsp:sp modelId="{BE018948-AB97-4109-99A6-C8F1D6FC2B56}">
      <dsp:nvSpPr>
        <dsp:cNvPr id="0" name=""/>
        <dsp:cNvSpPr/>
      </dsp:nvSpPr>
      <dsp:spPr>
        <a:xfrm>
          <a:off x="0" y="2610564"/>
          <a:ext cx="404502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B4EC3B-0B49-4B99-898B-51ED057C8262}">
      <dsp:nvSpPr>
        <dsp:cNvPr id="0" name=""/>
        <dsp:cNvSpPr/>
      </dsp:nvSpPr>
      <dsp:spPr>
        <a:xfrm>
          <a:off x="0" y="2610564"/>
          <a:ext cx="4045020" cy="652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Pessoas maduras o bastante para carregar parte da missão.</a:t>
          </a:r>
        </a:p>
      </dsp:txBody>
      <dsp:txXfrm>
        <a:off x="0" y="2610564"/>
        <a:ext cx="4045020" cy="6525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1987E-E07B-4181-84BD-9615A0434DCB}">
      <dsp:nvSpPr>
        <dsp:cNvPr id="0" name=""/>
        <dsp:cNvSpPr/>
      </dsp:nvSpPr>
      <dsp:spPr>
        <a:xfrm>
          <a:off x="0" y="25422"/>
          <a:ext cx="5098904" cy="8671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💡 SLIDE 3: O GRANDE AJUSTE</a:t>
          </a:r>
          <a:endParaRPr lang="en-US" sz="2200" kern="1200"/>
        </a:p>
      </dsp:txBody>
      <dsp:txXfrm>
        <a:off x="42329" y="67751"/>
        <a:ext cx="5014246" cy="782458"/>
      </dsp:txXfrm>
    </dsp:sp>
    <dsp:sp modelId="{9FC23997-93B0-4680-ABE1-9551A08EF37E}">
      <dsp:nvSpPr>
        <dsp:cNvPr id="0" name=""/>
        <dsp:cNvSpPr/>
      </dsp:nvSpPr>
      <dsp:spPr>
        <a:xfrm>
          <a:off x="0" y="955898"/>
          <a:ext cx="5098904" cy="867116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 colheita não está parada por falta de gente.</a:t>
          </a:r>
          <a:endParaRPr lang="en-US" sz="2200" kern="1200"/>
        </a:p>
      </dsp:txBody>
      <dsp:txXfrm>
        <a:off x="42329" y="998227"/>
        <a:ext cx="5014246" cy="782458"/>
      </dsp:txXfrm>
    </dsp:sp>
    <dsp:sp modelId="{5BBD86AF-EB8B-4A95-A6CE-265D6DF3C170}">
      <dsp:nvSpPr>
        <dsp:cNvPr id="0" name=""/>
        <dsp:cNvSpPr/>
      </dsp:nvSpPr>
      <dsp:spPr>
        <a:xfrm>
          <a:off x="0" y="1886374"/>
          <a:ext cx="5098904" cy="86711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Está parada por falta de líderes preparados para colher.</a:t>
          </a:r>
          <a:endParaRPr lang="en-US" sz="2200" kern="1200"/>
        </a:p>
      </dsp:txBody>
      <dsp:txXfrm>
        <a:off x="42329" y="1928703"/>
        <a:ext cx="5014246" cy="7824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684EB-6026-45B6-919A-A494E0EC8999}">
      <dsp:nvSpPr>
        <dsp:cNvPr id="0" name=""/>
        <dsp:cNvSpPr/>
      </dsp:nvSpPr>
      <dsp:spPr>
        <a:xfrm>
          <a:off x="0" y="12436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🎯 SLIDE 5: NOSSO OBJETIVO HOJE</a:t>
          </a:r>
          <a:endParaRPr lang="en-US" sz="3000" kern="1200"/>
        </a:p>
      </dsp:txBody>
      <dsp:txXfrm>
        <a:off x="37696" y="50132"/>
        <a:ext cx="8154208" cy="696808"/>
      </dsp:txXfrm>
    </dsp:sp>
    <dsp:sp modelId="{9DABCF55-74A6-41EB-97F2-3C66EEEBCAFE}">
      <dsp:nvSpPr>
        <dsp:cNvPr id="0" name=""/>
        <dsp:cNvSpPr/>
      </dsp:nvSpPr>
      <dsp:spPr>
        <a:xfrm>
          <a:off x="0" y="871036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Ao final deste encontro, você será capaz de:</a:t>
          </a:r>
          <a:endParaRPr lang="en-US" sz="3000" kern="1200"/>
        </a:p>
      </dsp:txBody>
      <dsp:txXfrm>
        <a:off x="37696" y="908732"/>
        <a:ext cx="8154208" cy="696808"/>
      </dsp:txXfrm>
    </dsp:sp>
    <dsp:sp modelId="{08A3324F-C02F-4CD7-BD8F-297144A1BB68}">
      <dsp:nvSpPr>
        <dsp:cNvPr id="0" name=""/>
        <dsp:cNvSpPr/>
      </dsp:nvSpPr>
      <dsp:spPr>
        <a:xfrm>
          <a:off x="0" y="1643236"/>
          <a:ext cx="8229600" cy="173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✅ Identificar a diferença entre ovelha e trabalhador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✅ Compreender a identidade do líder servo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✅ Cuidar de pessoas, não apenas de funções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✅ Reconhecer comportamentos de ponte ou barreira</a:t>
          </a:r>
        </a:p>
      </dsp:txBody>
      <dsp:txXfrm>
        <a:off x="0" y="1643236"/>
        <a:ext cx="8229600" cy="1738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508AC-2113-47FD-845B-ECD0698B6EBC}">
      <dsp:nvSpPr>
        <dsp:cNvPr id="0" name=""/>
        <dsp:cNvSpPr/>
      </dsp:nvSpPr>
      <dsp:spPr>
        <a:xfrm>
          <a:off x="977936" y="13283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06DBE-6FDA-44AF-BEB5-7EF1313B5D0F}">
      <dsp:nvSpPr>
        <dsp:cNvPr id="0" name=""/>
        <dsp:cNvSpPr/>
      </dsp:nvSpPr>
      <dsp:spPr>
        <a:xfrm>
          <a:off x="1409374" y="444721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0B7BE-F06A-4F15-885F-8F70B91AF3F5}">
      <dsp:nvSpPr>
        <dsp:cNvPr id="0" name=""/>
        <dsp:cNvSpPr/>
      </dsp:nvSpPr>
      <dsp:spPr>
        <a:xfrm>
          <a:off x="330780" y="266828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SLIDE 9: O QUE O LÍDER NÃO É</a:t>
          </a:r>
          <a:endParaRPr lang="en-US" sz="1100" kern="1200"/>
        </a:p>
      </dsp:txBody>
      <dsp:txXfrm>
        <a:off x="330780" y="2668284"/>
        <a:ext cx="3318750" cy="720000"/>
      </dsp:txXfrm>
    </dsp:sp>
    <dsp:sp modelId="{521B712C-E3FA-4FBD-A22F-62DF09279DB1}">
      <dsp:nvSpPr>
        <dsp:cNvPr id="0" name=""/>
        <dsp:cNvSpPr/>
      </dsp:nvSpPr>
      <dsp:spPr>
        <a:xfrm>
          <a:off x="4877467" y="13283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CE3CC-5B2A-463C-B895-19366C491F75}">
      <dsp:nvSpPr>
        <dsp:cNvPr id="0" name=""/>
        <dsp:cNvSpPr/>
      </dsp:nvSpPr>
      <dsp:spPr>
        <a:xfrm>
          <a:off x="5308905" y="444721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56AA7-C206-482F-9838-EC8A0421B97B}">
      <dsp:nvSpPr>
        <dsp:cNvPr id="0" name=""/>
        <dsp:cNvSpPr/>
      </dsp:nvSpPr>
      <dsp:spPr>
        <a:xfrm>
          <a:off x="4230311" y="266828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❌ Um </a:t>
          </a:r>
          <a:r>
            <a:rPr lang="en-US" sz="1100" b="1" kern="1200"/>
            <a:t>chefe</a:t>
          </a:r>
          <a:r>
            <a:rPr lang="en-US" sz="1100" kern="1200"/>
            <a:t> que manda</a:t>
          </a:r>
          <a:br>
            <a:rPr lang="en-US" sz="1100" kern="1200"/>
          </a:br>
          <a:r>
            <a:rPr lang="en-US" sz="1100" kern="1200"/>
            <a:t>❌ Um </a:t>
          </a:r>
          <a:r>
            <a:rPr lang="en-US" sz="1100" b="1" kern="1200"/>
            <a:t>gestor</a:t>
          </a:r>
          <a:r>
            <a:rPr lang="en-US" sz="1100" kern="1200"/>
            <a:t> de tarefas</a:t>
          </a:r>
          <a:br>
            <a:rPr lang="en-US" sz="1100" kern="1200"/>
          </a:br>
          <a:r>
            <a:rPr lang="en-US" sz="1100" kern="1200"/>
            <a:t>❌ Um </a:t>
          </a:r>
          <a:r>
            <a:rPr lang="en-US" sz="1100" b="1" kern="1200"/>
            <a:t>super-ovelha</a:t>
          </a:r>
          <a:r>
            <a:rPr lang="en-US" sz="1100" kern="1200"/>
            <a:t> que faz tudo</a:t>
          </a:r>
          <a:br>
            <a:rPr lang="en-US" sz="1100" kern="1200"/>
          </a:br>
          <a:r>
            <a:rPr lang="en-US" sz="1100" kern="1200"/>
            <a:t>❌ Um </a:t>
          </a:r>
          <a:r>
            <a:rPr lang="en-US" sz="1100" b="1" kern="1200"/>
            <a:t>controlador</a:t>
          </a:r>
          <a:r>
            <a:rPr lang="en-US" sz="1100" kern="1200"/>
            <a:t> que centraliza</a:t>
          </a:r>
        </a:p>
      </dsp:txBody>
      <dsp:txXfrm>
        <a:off x="4230311" y="2668284"/>
        <a:ext cx="33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F8F3C-A4F7-4A5F-B116-9E47D932A3E4}">
      <dsp:nvSpPr>
        <dsp:cNvPr id="0" name=""/>
        <dsp:cNvSpPr/>
      </dsp:nvSpPr>
      <dsp:spPr>
        <a:xfrm>
          <a:off x="0" y="532469"/>
          <a:ext cx="4045020" cy="977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04FA1-2DBA-468C-B7AA-9E7220E1D93F}">
      <dsp:nvSpPr>
        <dsp:cNvPr id="0" name=""/>
        <dsp:cNvSpPr/>
      </dsp:nvSpPr>
      <dsp:spPr>
        <a:xfrm>
          <a:off x="295584" y="752326"/>
          <a:ext cx="537426" cy="537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4E427-940B-4681-814A-A4367196C328}">
      <dsp:nvSpPr>
        <dsp:cNvPr id="0" name=""/>
        <dsp:cNvSpPr/>
      </dsp:nvSpPr>
      <dsp:spPr>
        <a:xfrm>
          <a:off x="1128596" y="532469"/>
          <a:ext cx="2915320" cy="97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4" tIns="103414" rIns="103414" bIns="10341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💡 SLIDE 32: PRINCÍPIOS PARA LEVAR</a:t>
          </a:r>
          <a:endParaRPr lang="en-US" sz="2000" kern="1200"/>
        </a:p>
      </dsp:txBody>
      <dsp:txXfrm>
        <a:off x="1128596" y="532469"/>
        <a:ext cx="2915320" cy="977139"/>
      </dsp:txXfrm>
    </dsp:sp>
    <dsp:sp modelId="{CAA55D0F-45CB-4429-92B8-86A8958C4F52}">
      <dsp:nvSpPr>
        <dsp:cNvPr id="0" name=""/>
        <dsp:cNvSpPr/>
      </dsp:nvSpPr>
      <dsp:spPr>
        <a:xfrm>
          <a:off x="0" y="1753894"/>
          <a:ext cx="4045020" cy="977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DE553-733A-4A02-8CBC-366EB8872556}">
      <dsp:nvSpPr>
        <dsp:cNvPr id="0" name=""/>
        <dsp:cNvSpPr/>
      </dsp:nvSpPr>
      <dsp:spPr>
        <a:xfrm>
          <a:off x="295584" y="1973750"/>
          <a:ext cx="537426" cy="537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99E52-B09B-46A0-A090-D4AA49D30B21}">
      <dsp:nvSpPr>
        <dsp:cNvPr id="0" name=""/>
        <dsp:cNvSpPr/>
      </dsp:nvSpPr>
      <dsp:spPr>
        <a:xfrm>
          <a:off x="1128596" y="1753894"/>
          <a:ext cx="1820259" cy="97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4" tIns="103414" rIns="103414" bIns="10341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Grave isso no coração:</a:t>
          </a:r>
          <a:endParaRPr lang="en-US" sz="2000" kern="1200"/>
        </a:p>
      </dsp:txBody>
      <dsp:txXfrm>
        <a:off x="1128596" y="1753894"/>
        <a:ext cx="1820259" cy="977139"/>
      </dsp:txXfrm>
    </dsp:sp>
    <dsp:sp modelId="{CB72DAD8-B713-4791-A6AC-3A0438BF37BB}">
      <dsp:nvSpPr>
        <dsp:cNvPr id="0" name=""/>
        <dsp:cNvSpPr/>
      </dsp:nvSpPr>
      <dsp:spPr>
        <a:xfrm>
          <a:off x="2948855" y="1753894"/>
          <a:ext cx="1095061" cy="97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4" tIns="103414" rIns="103414" bIns="10341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“Líder não precisa de consolo o tempo todo.</a:t>
          </a:r>
          <a:br>
            <a:rPr lang="en-US" sz="1100" kern="1200"/>
          </a:br>
          <a:r>
            <a:rPr lang="en-US" sz="1100" kern="1200"/>
            <a:t>Precisa de direção, de desafio e de propósito.”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“A equipe não precisa de um chefe,</a:t>
          </a:r>
          <a:br>
            <a:rPr lang="en-US" sz="1100" kern="1200"/>
          </a:br>
          <a:r>
            <a:rPr lang="en-US" sz="1100" kern="1200"/>
            <a:t>precisa de um líder que serve com amor</a:t>
          </a:r>
          <a:br>
            <a:rPr lang="en-US" sz="1100" kern="1200"/>
          </a:br>
          <a:r>
            <a:rPr lang="en-US" sz="1100" kern="1200"/>
            <a:t>e conduz com propósito.”</a:t>
          </a:r>
        </a:p>
      </dsp:txBody>
      <dsp:txXfrm>
        <a:off x="2948855" y="1753894"/>
        <a:ext cx="1095061" cy="9771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DAA16-40B4-43C9-AD9E-45403F99F760}">
      <dsp:nvSpPr>
        <dsp:cNvPr id="0" name=""/>
        <dsp:cNvSpPr/>
      </dsp:nvSpPr>
      <dsp:spPr>
        <a:xfrm>
          <a:off x="924316" y="1380"/>
          <a:ext cx="750585" cy="7505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E5602-A4CF-4A3D-9129-DD86157E3416}">
      <dsp:nvSpPr>
        <dsp:cNvPr id="0" name=""/>
        <dsp:cNvSpPr/>
      </dsp:nvSpPr>
      <dsp:spPr>
        <a:xfrm>
          <a:off x="1084277" y="161341"/>
          <a:ext cx="430664" cy="430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44EB4-34D5-4E1B-9CBD-F789307E566F}">
      <dsp:nvSpPr>
        <dsp:cNvPr id="0" name=""/>
        <dsp:cNvSpPr/>
      </dsp:nvSpPr>
      <dsp:spPr>
        <a:xfrm>
          <a:off x="684375" y="985755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📸 SLIDE 36: OBRIGADO!</a:t>
          </a:r>
          <a:endParaRPr lang="en-US" sz="1100" kern="1200"/>
        </a:p>
      </dsp:txBody>
      <dsp:txXfrm>
        <a:off x="684375" y="985755"/>
        <a:ext cx="1230468" cy="492187"/>
      </dsp:txXfrm>
    </dsp:sp>
    <dsp:sp modelId="{8E6EFCA4-3046-4303-90D3-EFA305FB4952}">
      <dsp:nvSpPr>
        <dsp:cNvPr id="0" name=""/>
        <dsp:cNvSpPr/>
      </dsp:nvSpPr>
      <dsp:spPr>
        <a:xfrm>
          <a:off x="2370117" y="1380"/>
          <a:ext cx="750585" cy="7505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5D5EB-5336-4F35-B0E3-876ABB7334D6}">
      <dsp:nvSpPr>
        <dsp:cNvPr id="0" name=""/>
        <dsp:cNvSpPr/>
      </dsp:nvSpPr>
      <dsp:spPr>
        <a:xfrm>
          <a:off x="2530078" y="161341"/>
          <a:ext cx="430664" cy="430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2D28C-F536-4783-BB2D-8E6829B330A6}">
      <dsp:nvSpPr>
        <dsp:cNvPr id="0" name=""/>
        <dsp:cNvSpPr/>
      </dsp:nvSpPr>
      <dsp:spPr>
        <a:xfrm>
          <a:off x="2130176" y="985755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Até o próximo encontro!</a:t>
          </a:r>
          <a:endParaRPr lang="en-US" sz="1100" kern="1200"/>
        </a:p>
      </dsp:txBody>
      <dsp:txXfrm>
        <a:off x="2130176" y="985755"/>
        <a:ext cx="1230468" cy="492187"/>
      </dsp:txXfrm>
    </dsp:sp>
    <dsp:sp modelId="{7422F62B-E18F-4883-AFE5-9BEEC1B4A2EC}">
      <dsp:nvSpPr>
        <dsp:cNvPr id="0" name=""/>
        <dsp:cNvSpPr/>
      </dsp:nvSpPr>
      <dsp:spPr>
        <a:xfrm>
          <a:off x="924316" y="1785560"/>
          <a:ext cx="750585" cy="7505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1E0D7-2DB2-4EAA-AEF7-32785EE40D8E}">
      <dsp:nvSpPr>
        <dsp:cNvPr id="0" name=""/>
        <dsp:cNvSpPr/>
      </dsp:nvSpPr>
      <dsp:spPr>
        <a:xfrm>
          <a:off x="1084277" y="1945521"/>
          <a:ext cx="430664" cy="430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78F92-9D4E-4454-85AC-BBDD7320DA62}">
      <dsp:nvSpPr>
        <dsp:cNvPr id="0" name=""/>
        <dsp:cNvSpPr/>
      </dsp:nvSpPr>
      <dsp:spPr>
        <a:xfrm>
          <a:off x="684375" y="2769935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Dúvidas? Conversem com a liderança.</a:t>
          </a:r>
          <a:endParaRPr lang="en-US" sz="1100" kern="1200"/>
        </a:p>
      </dsp:txBody>
      <dsp:txXfrm>
        <a:off x="684375" y="2769935"/>
        <a:ext cx="1230468" cy="492187"/>
      </dsp:txXfrm>
    </dsp:sp>
    <dsp:sp modelId="{32353BDD-FD55-4B3A-BB63-B3DEE6313F92}">
      <dsp:nvSpPr>
        <dsp:cNvPr id="0" name=""/>
        <dsp:cNvSpPr/>
      </dsp:nvSpPr>
      <dsp:spPr>
        <a:xfrm>
          <a:off x="2370117" y="1785560"/>
          <a:ext cx="750585" cy="7505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F2D83-FEAE-4019-9BF0-9AA5E524172D}">
      <dsp:nvSpPr>
        <dsp:cNvPr id="0" name=""/>
        <dsp:cNvSpPr/>
      </dsp:nvSpPr>
      <dsp:spPr>
        <a:xfrm>
          <a:off x="2530078" y="1945521"/>
          <a:ext cx="430664" cy="4306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6DF8B-EC73-494A-8F49-391A7350CB1C}">
      <dsp:nvSpPr>
        <dsp:cNvPr id="0" name=""/>
        <dsp:cNvSpPr/>
      </dsp:nvSpPr>
      <dsp:spPr>
        <a:xfrm>
          <a:off x="2130176" y="2769935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Que Deus abençoe cada um de vocês!</a:t>
          </a:r>
          <a:endParaRPr lang="en-US" sz="1100" kern="1200"/>
        </a:p>
      </dsp:txBody>
      <dsp:txXfrm>
        <a:off x="2130176" y="2769935"/>
        <a:ext cx="1230468" cy="492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banho de cabras">
            <a:extLst>
              <a:ext uri="{FF2B5EF4-FFF2-40B4-BE49-F238E27FC236}">
                <a16:creationId xmlns:a16="http://schemas.microsoft.com/office/drawing/2014/main" id="{371759CC-D41D-5803-2DA8-C0C5EDB47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4" r="-2" b="10291"/>
          <a:stretch>
            <a:fillRect/>
          </a:stretch>
        </p:blipFill>
        <p:spPr>
          <a:xfrm>
            <a:off x="-2585" y="10"/>
            <a:ext cx="9146585" cy="51597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42061" y="-550493"/>
            <a:ext cx="2265657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5159808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16302"/>
            <a:ext cx="2364646" cy="5143506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3966324"/>
            <a:ext cx="9149779" cy="1193484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8447" y="1668697"/>
            <a:ext cx="2900080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3091458"/>
            <a:ext cx="5945838" cy="12154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</a:rPr>
              <a:t>ENCONTRO 1: FUNDAMENTOS DA LIDERANÇA SERVIDORA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71" y="4303400"/>
            <a:ext cx="5956785" cy="463859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b="1">
                <a:solidFill>
                  <a:srgbClr val="FFFFFF"/>
                </a:solidFill>
              </a:rPr>
              <a:t>De Ovelha a Trabalhador: O Coração do Líder que Serve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41E46-AA69-C66B-10FC-1BB0BBC3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25" r="14930"/>
          <a:stretch>
            <a:fillRect/>
          </a:stretch>
        </p:blipFill>
        <p:spPr>
          <a:xfrm>
            <a:off x="20" y="10"/>
            <a:ext cx="3147352" cy="51434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1E1FD-EE1F-D7CC-8E2E-02F8B2AA0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249526"/>
              </p:ext>
            </p:extLst>
          </p:nvPr>
        </p:nvGraphicFramePr>
        <p:xfrm>
          <a:off x="3415300" y="1807372"/>
          <a:ext cx="5098904" cy="2778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51EE6-0E07-09BD-91D1-035D02A56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07" r="12342" b="-2"/>
          <a:stretch>
            <a:fillRect/>
          </a:stretch>
        </p:blipFill>
        <p:spPr>
          <a:xfrm>
            <a:off x="4781190" y="568885"/>
            <a:ext cx="3841678" cy="3841679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7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515866"/>
            <a:ext cx="4103360" cy="4103360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690843"/>
            <a:ext cx="593266" cy="5771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F8AA80-A2C6-9F9D-8878-8C9441E7C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6958"/>
              </p:ext>
            </p:extLst>
          </p:nvPr>
        </p:nvGraphicFramePr>
        <p:xfrm>
          <a:off x="628650" y="1369218"/>
          <a:ext cx="404502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045418E6-CD03-0C25-5339-4193B8F8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29" r="24298" b="2"/>
          <a:stretch>
            <a:fillRect/>
          </a:stretch>
        </p:blipFill>
        <p:spPr>
          <a:xfrm>
            <a:off x="20" y="10"/>
            <a:ext cx="3147352" cy="5143490"/>
          </a:xfrm>
          <a:prstGeom prst="rect">
            <a:avLst/>
          </a:prstGeom>
          <a:effectLst/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21920F3-9A3A-0EC4-D54F-179D2CD82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794448"/>
              </p:ext>
            </p:extLst>
          </p:nvPr>
        </p:nvGraphicFramePr>
        <p:xfrm>
          <a:off x="3415300" y="1807372"/>
          <a:ext cx="5098904" cy="2778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⚠️ SLIDE 4: UMA PERGUNTA DIRETA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Se você morresse hoje…</a:t>
            </a:r>
          </a:p>
          <a:p>
            <a:pPr marL="0" lvl="0" indent="0">
              <a:buNone/>
            </a:pPr>
            <a:r>
              <a:rPr b="1"/>
              <a:t>Quem ficaria no seu lugar?</a:t>
            </a:r>
          </a:p>
          <a:p>
            <a:pPr marL="0" lvl="0" indent="0">
              <a:buNone/>
            </a:pPr>
            <a:r>
              <a:t>Se não há ninguém pronto, a responsabilidade é sua.</a:t>
            </a:r>
          </a:p>
          <a:p>
            <a:pPr marL="0" lvl="0" indent="0">
              <a:buNone/>
            </a:pPr>
            <a:r>
              <a:t>O papel do líder não é apenas conduzir o rebanho,</a:t>
            </a:r>
            <a:br/>
            <a:r>
              <a:t>é </a:t>
            </a:r>
            <a:r>
              <a:rPr b="1"/>
              <a:t>preparar sucessores</a:t>
            </a:r>
            <a: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6244E8-90A1-EE21-57B4-70B12A1341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📌 BLOCO 1: A IDENTIDADE DO LÍDER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168866" cy="3263504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🕊️ SLIDE 6: ONDE A LIDERANÇA COMEÇA?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A liderança começa no CORAÇÃO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200"/>
              <a:t>Não no cargo.</a:t>
            </a:r>
            <a:br>
              <a:rPr lang="pt-BR" sz="2200"/>
            </a:br>
            <a:r>
              <a:rPr lang="pt-BR" sz="2200"/>
              <a:t>Não na habilidade.</a:t>
            </a:r>
            <a:br>
              <a:rPr lang="pt-BR" sz="2200"/>
            </a:br>
            <a:r>
              <a:rPr lang="pt-BR" sz="2200"/>
              <a:t>Não na experiência.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200" b="1"/>
              <a:t>No coração transformado por Cristo.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7: A DIFERENÇA FUNDAMENTAL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OVELHAS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TRABALHADORES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Precisam de </a:t>
                      </a:r>
                      <a:r>
                        <a:rPr b="1"/>
                        <a:t>pastoreio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Precisam de </a:t>
                      </a:r>
                      <a:r>
                        <a:rPr b="1"/>
                        <a:t>aperfeiçoamento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Precisam de </a:t>
                      </a:r>
                      <a:r>
                        <a:rPr b="1"/>
                        <a:t>consolo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Precisam de </a:t>
                      </a:r>
                      <a:r>
                        <a:rPr b="1"/>
                        <a:t>desafio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Precisam de </a:t>
                      </a:r>
                      <a:r>
                        <a:rPr b="1"/>
                        <a:t>cuidado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Precisam de </a:t>
                      </a:r>
                      <a:r>
                        <a:rPr b="1"/>
                        <a:t>propósito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São </a:t>
                      </a:r>
                      <a:r>
                        <a:rPr b="1"/>
                        <a:t>alimentadas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São </a:t>
                      </a:r>
                      <a:r>
                        <a:rPr b="1"/>
                        <a:t>capacitadas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Recebem </a:t>
                      </a:r>
                      <a:r>
                        <a:rPr b="1"/>
                        <a:t>direção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Recebem </a:t>
                      </a:r>
                      <a:r>
                        <a:rPr b="1"/>
                        <a:t>delegação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oração">
            <a:extLst>
              <a:ext uri="{FF2B5EF4-FFF2-40B4-BE49-F238E27FC236}">
                <a16:creationId xmlns:a16="http://schemas.microsoft.com/office/drawing/2014/main" id="{9EB43B85-BE57-F96D-77D4-F3676D8B6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212" y="1345384"/>
            <a:ext cx="2715016" cy="271501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1816261"/>
            <a:ext cx="3733184" cy="2729467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1400" b="1">
                <a:solidFill>
                  <a:schemeClr val="tx2"/>
                </a:solidFill>
              </a:rPr>
              <a:t>🌉 SLIDE 8: TODO LÍDER É UMA PONTE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pt-BR" sz="1400" b="1">
                <a:solidFill>
                  <a:schemeClr val="tx2"/>
                </a:solidFill>
              </a:rPr>
              <a:t>Você conecta:</a:t>
            </a:r>
          </a:p>
          <a:p>
            <a:pPr marL="0" lvl="0" indent="0">
              <a:buNone/>
            </a:pPr>
            <a:r>
              <a:rPr lang="pt-BR" sz="1400" b="1">
                <a:solidFill>
                  <a:schemeClr val="tx2"/>
                </a:solidFill>
              </a:rPr>
              <a:t>Coração do PASTOR</a:t>
            </a:r>
            <a:r>
              <a:rPr lang="pt-BR" sz="1400">
                <a:solidFill>
                  <a:schemeClr val="tx2"/>
                </a:solidFill>
              </a:rPr>
              <a:t> ⟷ </a:t>
            </a:r>
            <a:r>
              <a:rPr lang="pt-BR" sz="1400" b="1">
                <a:solidFill>
                  <a:schemeClr val="tx2"/>
                </a:solidFill>
              </a:rPr>
              <a:t>Coração dos SERVOS</a:t>
            </a:r>
          </a:p>
          <a:p>
            <a:pPr marL="0" lvl="0" indent="0">
              <a:buNone/>
            </a:pPr>
            <a:r>
              <a:rPr lang="pt-BR" sz="1400">
                <a:solidFill>
                  <a:schemeClr val="tx2"/>
                </a:solidFill>
              </a:rPr>
              <a:t>Quando você comunica a visão…</a:t>
            </a:r>
            <a:br>
              <a:rPr lang="pt-BR" sz="1400">
                <a:solidFill>
                  <a:schemeClr val="tx2"/>
                </a:solidFill>
              </a:rPr>
            </a:br>
            <a:r>
              <a:rPr lang="pt-BR" sz="1400">
                <a:solidFill>
                  <a:schemeClr val="tx2"/>
                </a:solidFill>
              </a:rPr>
              <a:t>Quando você motiva o time…</a:t>
            </a:r>
            <a:br>
              <a:rPr lang="pt-BR" sz="1400">
                <a:solidFill>
                  <a:schemeClr val="tx2"/>
                </a:solidFill>
              </a:rPr>
            </a:br>
            <a:r>
              <a:rPr lang="pt-BR" sz="1400">
                <a:solidFill>
                  <a:schemeClr val="tx2"/>
                </a:solidFill>
              </a:rPr>
              <a:t>Quando você intercede pelos liderados…</a:t>
            </a:r>
          </a:p>
          <a:p>
            <a:pPr marL="0" lvl="0" indent="0">
              <a:buNone/>
            </a:pPr>
            <a:r>
              <a:rPr lang="pt-BR" sz="1400" b="1">
                <a:solidFill>
                  <a:schemeClr val="tx2"/>
                </a:solidFill>
              </a:rPr>
              <a:t>Você ajuda a igreja a permanecer saudável, unida e frutífera.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39747"/>
            <a:ext cx="4446455" cy="5103753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435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134745"/>
            <a:ext cx="7879842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3FA2DD-27D8-BEF8-2AAC-3FDF1D308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660702"/>
              </p:ext>
            </p:extLst>
          </p:nvPr>
        </p:nvGraphicFramePr>
        <p:xfrm>
          <a:off x="628650" y="1303020"/>
          <a:ext cx="7879842" cy="3401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10: O QUE O LÍDER É</a:t>
            </a:r>
          </a:p>
          <a:p>
            <a:pPr marL="0" lvl="0" indent="0">
              <a:buNone/>
            </a:pPr>
            <a:r>
              <a:t>✅ Uma </a:t>
            </a:r>
            <a:r>
              <a:rPr b="1"/>
              <a:t>ponte</a:t>
            </a:r>
            <a:r>
              <a:t> que conecta</a:t>
            </a:r>
            <a:br/>
            <a:r>
              <a:t>✅ Um </a:t>
            </a:r>
            <a:r>
              <a:rPr b="1"/>
              <a:t>servo</a:t>
            </a:r>
            <a:r>
              <a:t> que lidera pelo exemplo</a:t>
            </a:r>
            <a:br/>
            <a:r>
              <a:t>✅ Um </a:t>
            </a:r>
            <a:r>
              <a:rPr b="1"/>
              <a:t>formador</a:t>
            </a:r>
            <a:r>
              <a:t> que multiplica</a:t>
            </a:r>
            <a:br/>
            <a:r>
              <a:t>✅ Um </a:t>
            </a:r>
            <a:r>
              <a:rPr b="1"/>
              <a:t>pastor</a:t>
            </a:r>
            <a:r>
              <a:t> de outros líderes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990" y="63570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 dirty="0"/>
              <a:t>🔥 SLIDE 11: SERVIR LIDERANDO, LIDERAR SERVINDO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700" dirty="0"/>
              <a:t>“Quem quiser tornar-se importante entre vocês deverá ser servo; e quem quiser ser o primeiro deverá ser escravo de todos.”</a:t>
            </a:r>
            <a:br>
              <a:rPr lang="pt-BR" sz="1700" dirty="0"/>
            </a:br>
            <a:r>
              <a:rPr lang="pt-BR" sz="1700" b="1" dirty="0"/>
              <a:t>Marcos 10:43-44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 dirty="0"/>
              <a:t>Liderar é continuar servindo,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 dirty="0"/>
              <a:t>só que de um nível mais profundo.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6020"/>
            <a:ext cx="4152297" cy="295146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SLIDE 12: SUA MAIOR FERRAMENTA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200" b="1"/>
              <a:t>O EXEMPLO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200"/>
              <a:t>A equipe não precisa de um chefe.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2200"/>
              <a:t>Precisa de um </a:t>
            </a:r>
            <a:r>
              <a:rPr lang="pt-BR" sz="2200" b="1"/>
              <a:t>líder que serve com amor</a:t>
            </a:r>
            <a:br>
              <a:rPr lang="pt-BR" sz="2200"/>
            </a:br>
            <a:r>
              <a:rPr lang="pt-BR" sz="2200"/>
              <a:t>e </a:t>
            </a:r>
            <a:r>
              <a:rPr lang="pt-BR" sz="2200" b="1"/>
              <a:t>conduz com propósito</a:t>
            </a:r>
            <a:r>
              <a:rPr lang="pt-BR" sz="2200"/>
              <a:t>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51435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51435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742950"/>
            <a:ext cx="8458200" cy="3657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257300"/>
            <a:ext cx="4229097" cy="262890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>
                <a:solidFill>
                  <a:schemeClr val="tx1">
                    <a:alpha val="55000"/>
                  </a:schemeClr>
                </a:solidFill>
              </a:rPr>
              <a:t>SLIDE 13: REFLEXÃO PESSOAL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>
                <a:solidFill>
                  <a:schemeClr val="tx1">
                    <a:alpha val="55000"/>
                  </a:schemeClr>
                </a:solidFill>
              </a:rPr>
              <a:t>Pergunte-se: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>
                <a:solidFill>
                  <a:schemeClr val="tx1">
                    <a:alpha val="55000"/>
                  </a:schemeClr>
                </a:solidFill>
              </a:rPr>
              <a:t>Como as pessoas me veem: como chefe ou como servo?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>
                <a:solidFill>
                  <a:schemeClr val="tx1">
                    <a:alpha val="55000"/>
                  </a:schemeClr>
                </a:solidFill>
              </a:rPr>
              <a:t>Estou formando pessoas ou apenas usando pessoas?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>
                <a:solidFill>
                  <a:schemeClr val="tx1">
                    <a:alpha val="55000"/>
                  </a:schemeClr>
                </a:solidFill>
              </a:rPr>
              <a:t>Minha liderança multiplica ou centraliza?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>
                <a:solidFill>
                  <a:schemeClr val="tx1">
                    <a:alpha val="55000"/>
                  </a:schemeClr>
                </a:solidFill>
              </a:rPr>
              <a:t>Sou uma ponte ou uma barreira?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☕ INTERVALO (15 minutos)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📌 BLOCO 2: CUIDANDO DE PESSOAS, NÃO DE FUNÇÕES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❤️ SLIDE 14: LIDERAR É CUIDAR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Ser líder de ministério não é apenas: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❌ Organizar escalas</a:t>
            </a:r>
            <a:br>
              <a:rPr lang="pt-BR" sz="1900"/>
            </a:br>
            <a:r>
              <a:rPr lang="pt-BR" sz="1900"/>
              <a:t>❌ Delegar funções</a:t>
            </a:r>
            <a:br>
              <a:rPr lang="pt-BR" sz="1900"/>
            </a:br>
            <a:r>
              <a:rPr lang="pt-BR" sz="1900"/>
              <a:t>❌ Cobrar resultados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É CUIDAR de: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✅ </a:t>
            </a:r>
            <a:r>
              <a:rPr lang="pt-BR" sz="1900" b="1"/>
              <a:t>Corações</a:t>
            </a:r>
            <a:br>
              <a:rPr lang="pt-BR" sz="1900"/>
            </a:br>
            <a:r>
              <a:rPr lang="pt-BR" sz="1900"/>
              <a:t>✅ </a:t>
            </a:r>
            <a:r>
              <a:rPr lang="pt-BR" sz="1900" b="1"/>
              <a:t>Propósitos</a:t>
            </a:r>
            <a:br>
              <a:rPr lang="pt-BR" sz="1900"/>
            </a:br>
            <a:r>
              <a:rPr lang="pt-BR" sz="1900"/>
              <a:t>✅ </a:t>
            </a:r>
            <a:r>
              <a:rPr lang="pt-BR" sz="1900" b="1"/>
              <a:t>Pessoas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SLIDE 15: O RETRATO DA EXAUSTÃO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História real: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Pastor de igreja com 3.000 pessoas</a:t>
            </a:r>
            <a:br>
              <a:rPr lang="pt-BR" sz="1900"/>
            </a:br>
            <a:r>
              <a:rPr lang="pt-BR" sz="1900"/>
              <a:t>Abriu célula em casa → 70 pessoas apareceram</a:t>
            </a:r>
            <a:br>
              <a:rPr lang="pt-BR" sz="1900"/>
            </a:br>
            <a:r>
              <a:rPr lang="pt-BR" sz="1900"/>
              <a:t>Mas ele já pregava em todos os cultos</a:t>
            </a:r>
            <a:br>
              <a:rPr lang="pt-BR" sz="1900"/>
            </a:br>
            <a:r>
              <a:rPr lang="pt-BR" sz="1900"/>
              <a:t>E mal conversava com os 20 pastores auxiliares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 b="1"/>
              <a:t>Resultado:</a:t>
            </a:r>
            <a:r>
              <a:rPr lang="pt-BR" sz="1900"/>
              <a:t> Tentou cuidar de todos,</a:t>
            </a:r>
            <a:br>
              <a:rPr lang="pt-BR" sz="1900"/>
            </a:br>
            <a:r>
              <a:rPr lang="pt-BR" sz="1900"/>
              <a:t>mas parou de cuidar </a:t>
            </a:r>
            <a:r>
              <a:rPr lang="pt-BR" sz="1900" b="1"/>
              <a:t>dos que cuidavam com ele</a:t>
            </a:r>
            <a:r>
              <a:rPr lang="pt-BR" sz="1900"/>
              <a:t>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b="1"/>
              <a:t>📉 SLIDE 16: O DILEMA DE MILHARES</a:t>
            </a:r>
            <a:endParaRPr lang="pt-BR" b="1"/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b="1"/>
              <a:t>Quando você se ocupa tanto em atender o rebanho…</a:t>
            </a:r>
            <a:endParaRPr lang="pt-BR" b="1"/>
          </a:p>
          <a:p>
            <a:pPr marL="0" lvl="0" indent="0">
              <a:lnSpc>
                <a:spcPct val="90000"/>
              </a:lnSpc>
              <a:buNone/>
            </a:pPr>
            <a:r>
              <a:t>Acaba negligenciando o treinamento</a:t>
            </a:r>
            <a:br/>
            <a:r>
              <a:t>dos líderes que deveriam estar</a:t>
            </a:r>
            <a:br/>
            <a:r>
              <a:rPr b="1"/>
              <a:t>atendendo junto com você</a:t>
            </a:r>
            <a:r>
              <a:t>.</a:t>
            </a:r>
            <a:endParaRPr lang="pt-BR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🧠 SLIDE 17: TRATE CADA UM CONFORME SUA MATURIDADE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Ovelhas precisam de: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Pastoreio constante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Direção clara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Cuidado próximo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Correção gentil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Líderes precisam de: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Aperfeiçoamento contínuo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Desafios crescentes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Autonomia supervisionada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Feedback franco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SLIDE 18: SINAIS DE QUE VOCÊ ESTÁ TRATANDO LÍDER COMO OVELHA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⚠️ Ele sempre depende de você para tomar decisões</a:t>
            </a:r>
            <a:br>
              <a:rPr lang="pt-BR" sz="1900"/>
            </a:br>
            <a:r>
              <a:rPr lang="pt-BR" sz="1900"/>
              <a:t>⚠️ Não assume responsabilidade pelos resultados</a:t>
            </a:r>
            <a:br>
              <a:rPr lang="pt-BR" sz="1900"/>
            </a:br>
            <a:r>
              <a:rPr lang="pt-BR" sz="1900"/>
              <a:t>⚠️ Busca consolo ao invés de direção</a:t>
            </a:r>
            <a:br>
              <a:rPr lang="pt-BR" sz="1900"/>
            </a:br>
            <a:r>
              <a:rPr lang="pt-BR" sz="1900"/>
              <a:t>⚠️ Não desenvolve novos líderes abaixo dele</a:t>
            </a:r>
            <a:br>
              <a:rPr lang="pt-BR" sz="1900"/>
            </a:br>
            <a:r>
              <a:rPr lang="pt-BR" sz="1900"/>
              <a:t>⚠️ Fica paralisado sem sua presença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2200" b="1"/>
              <a:t>SLIDE 19: SINAIS DE LIDERANÇA SAUDÁVEL</a:t>
            </a:r>
          </a:p>
          <a:p>
            <a:pPr marL="0" lvl="0" indent="0">
              <a:buNone/>
            </a:pPr>
            <a:r>
              <a:rPr lang="pt-BR" sz="2200"/>
              <a:t>✅ Toma decisões alinhadas com a visão</a:t>
            </a:r>
            <a:br>
              <a:rPr lang="pt-BR" sz="2200"/>
            </a:br>
            <a:r>
              <a:rPr lang="pt-BR" sz="2200"/>
              <a:t>✅ Assume responsabilidade com maturidade</a:t>
            </a:r>
            <a:br>
              <a:rPr lang="pt-BR" sz="2200"/>
            </a:br>
            <a:r>
              <a:rPr lang="pt-BR" sz="2200"/>
              <a:t>✅ Busca desafios e crescimento</a:t>
            </a:r>
            <a:br>
              <a:rPr lang="pt-BR" sz="2200"/>
            </a:br>
            <a:r>
              <a:rPr lang="pt-BR" sz="2200"/>
              <a:t>✅ Está formando outros líderes</a:t>
            </a:r>
            <a:br>
              <a:rPr lang="pt-BR" sz="2200"/>
            </a:br>
            <a:r>
              <a:rPr lang="pt-BR" sz="2200"/>
              <a:t>✅ Opera com autonomia e prestação de contas</a:t>
            </a:r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🏥 SLIDE 20: CUIDANDO DA ALMA DO LÍDER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Líderes também precisam de cuidado pastoral: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Tempo de qualidade</a:t>
            </a:r>
            <a:r>
              <a:rPr lang="pt-BR" sz="2000"/>
              <a:t> - não apenas reuniões de trabalho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Vulnerabilidade segura</a:t>
            </a:r>
            <a:r>
              <a:rPr lang="pt-BR" sz="2000"/>
              <a:t> - espaço para ser real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Direção espiritual</a:t>
            </a:r>
            <a:r>
              <a:rPr lang="pt-BR" sz="2000"/>
              <a:t> - não apenas estratégica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Descanso e renovação</a:t>
            </a:r>
            <a:r>
              <a:rPr lang="pt-BR" sz="2000"/>
              <a:t> - prevenção do burnout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2000" b="1"/>
              <a:t>Celebração das vitórias</a:t>
            </a:r>
            <a:r>
              <a:rPr lang="pt-BR" sz="2000"/>
              <a:t> - reconhecimento genuíno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168866" cy="3263504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SLIDE 21: PERGUNTAS PARA FAZER AO LÍDER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2000" b="1"/>
              <a:t>Em vez de “Como está o ministério?”, pergunte: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Como está sua </a:t>
            </a:r>
            <a:r>
              <a:rPr lang="pt-BR" sz="2000" b="1"/>
              <a:t>alma</a:t>
            </a:r>
            <a:r>
              <a:rPr lang="pt-BR" sz="2000"/>
              <a:t>?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Como está sua </a:t>
            </a:r>
            <a:r>
              <a:rPr lang="pt-BR" sz="2000" b="1"/>
              <a:t>família</a:t>
            </a:r>
            <a:r>
              <a:rPr lang="pt-BR" sz="2000"/>
              <a:t>?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Onde você está </a:t>
            </a:r>
            <a:r>
              <a:rPr lang="pt-BR" sz="2000" b="1"/>
              <a:t>crescendo</a:t>
            </a:r>
            <a:r>
              <a:rPr lang="pt-BR" sz="2000"/>
              <a:t>?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O que está te </a:t>
            </a:r>
            <a:r>
              <a:rPr lang="pt-BR" sz="2000" b="1"/>
              <a:t>desafiando</a:t>
            </a:r>
            <a:r>
              <a:rPr lang="pt-BR" sz="2000"/>
              <a:t>?</a:t>
            </a:r>
          </a:p>
          <a:p>
            <a:pPr lvl="0">
              <a:lnSpc>
                <a:spcPct val="90000"/>
              </a:lnSpc>
            </a:pPr>
            <a:r>
              <a:rPr lang="pt-BR" sz="2000"/>
              <a:t>Como posso </a:t>
            </a:r>
            <a:r>
              <a:rPr lang="pt-BR" sz="2000" b="1"/>
              <a:t>orar</a:t>
            </a:r>
            <a:r>
              <a:rPr lang="pt-BR" sz="2000"/>
              <a:t> por você?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263504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💬 SLIDE 22: CORRIGIR SEM FERIR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Princípios bíblicos: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Em particular</a:t>
            </a:r>
            <a:r>
              <a:rPr lang="pt-BR" sz="1900"/>
              <a:t> - preserva a dignidade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Com amor</a:t>
            </a:r>
            <a:r>
              <a:rPr lang="pt-BR" sz="1900"/>
              <a:t> - motivado pela restauração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Com clareza</a:t>
            </a:r>
            <a:r>
              <a:rPr lang="pt-BR" sz="1900"/>
              <a:t> - sem rodeios ou passivo-agressividade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900" b="1"/>
              <a:t>Com esperança</a:t>
            </a:r>
            <a:r>
              <a:rPr lang="pt-BR" sz="1900"/>
              <a:t> - aponte o caminho de crescimento</a:t>
            </a:r>
          </a:p>
          <a:p>
            <a:pPr marL="1270000" lvl="0" indent="0">
              <a:lnSpc>
                <a:spcPct val="90000"/>
              </a:lnSpc>
              <a:buNone/>
            </a:pPr>
            <a:r>
              <a:rPr lang="pt-BR" sz="1900"/>
              <a:t>“Irmãos, se alguém for surpreendido em algum pecado, vocês, que são espirituais, deverão restaurá-lo com mansidão.”</a:t>
            </a:r>
            <a:br>
              <a:rPr lang="pt-BR" sz="1900"/>
            </a:br>
            <a:r>
              <a:rPr lang="pt-BR" sz="1900" b="1"/>
              <a:t>Gálatas 6:1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SLIDE 23: CONFRONTAR SEM PERDER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Quando confrontar: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/>
              <a:t>✅ Confirme os </a:t>
            </a:r>
            <a:r>
              <a:rPr lang="pt-BR" sz="1900" b="1"/>
              <a:t>fatos</a:t>
            </a:r>
            <a:r>
              <a:rPr lang="pt-BR" sz="1900"/>
              <a:t> primeiro</a:t>
            </a:r>
            <a:br>
              <a:rPr lang="pt-BR" sz="1900"/>
            </a:br>
            <a:r>
              <a:rPr lang="pt-BR" sz="1900"/>
              <a:t>✅ Escolha o </a:t>
            </a:r>
            <a:r>
              <a:rPr lang="pt-BR" sz="1900" b="1"/>
              <a:t>momento</a:t>
            </a:r>
            <a:r>
              <a:rPr lang="pt-BR" sz="1900"/>
              <a:t> certo</a:t>
            </a:r>
            <a:br>
              <a:rPr lang="pt-BR" sz="1900"/>
            </a:br>
            <a:r>
              <a:rPr lang="pt-BR" sz="1900"/>
              <a:t>✅ Fale com </a:t>
            </a:r>
            <a:r>
              <a:rPr lang="pt-BR" sz="1900" b="1"/>
              <a:t>empatia</a:t>
            </a:r>
            <a:r>
              <a:rPr lang="pt-BR" sz="1900"/>
              <a:t> e firmeza</a:t>
            </a:r>
            <a:br>
              <a:rPr lang="pt-BR" sz="1900"/>
            </a:br>
            <a:r>
              <a:rPr lang="pt-BR" sz="1900"/>
              <a:t>✅ Foque no </a:t>
            </a:r>
            <a:r>
              <a:rPr lang="pt-BR" sz="1900" b="1"/>
              <a:t>comportamento</a:t>
            </a:r>
            <a:r>
              <a:rPr lang="pt-BR" sz="1900"/>
              <a:t>, não na pessoa</a:t>
            </a:r>
            <a:br>
              <a:rPr lang="pt-BR" sz="1900"/>
            </a:br>
            <a:r>
              <a:rPr lang="pt-BR" sz="1900"/>
              <a:t>✅ Ofereça </a:t>
            </a:r>
            <a:r>
              <a:rPr lang="pt-BR" sz="1900" b="1"/>
              <a:t>ajuda</a:t>
            </a:r>
            <a:r>
              <a:rPr lang="pt-BR" sz="1900"/>
              <a:t> para crescer</a:t>
            </a:r>
            <a:br>
              <a:rPr lang="pt-BR" sz="1900"/>
            </a:br>
            <a:r>
              <a:rPr lang="pt-BR" sz="1900"/>
              <a:t>✅ Acompanhe o </a:t>
            </a:r>
            <a:r>
              <a:rPr lang="pt-BR" sz="1900" b="1"/>
              <a:t>processo</a:t>
            </a:r>
            <a:r>
              <a:rPr lang="pt-BR" sz="1900"/>
              <a:t> de mudança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24: O EQUILÍBRIO DO LÍDER PASTOR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Você não pode:</a:t>
            </a:r>
          </a:p>
          <a:p>
            <a:pPr marL="0" lvl="0" indent="0">
              <a:buNone/>
            </a:pPr>
            <a:r>
              <a:t>❌ Ser tão duro que as pessoas tenham medo</a:t>
            </a:r>
            <a:br/>
            <a:r>
              <a:t>❌ Ser tão suave que não haja crescimento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Você precisa:</a:t>
            </a:r>
          </a:p>
          <a:p>
            <a:pPr marL="0" lvl="0" indent="0">
              <a:buNone/>
            </a:pPr>
            <a:r>
              <a:t>✅ Ser firme com a visão</a:t>
            </a:r>
            <a:br/>
            <a:r>
              <a:t>✅ Ser gentil com as pessoas</a:t>
            </a:r>
            <a:br/>
            <a:r>
              <a:t>✅ Ser claro com as expectativas</a:t>
            </a:r>
            <a:br/>
            <a:r>
              <a:t>✅ Ser generoso com a graça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🎯 DINÂMICA PRÁTICA: “PONTE OU BARREIRA?”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SLIDE 25: VAMOS PRATICAR!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900" b="1"/>
              <a:t>Dinâmica: Ponte ou Barreira?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 b="1"/>
              <a:t>Objetivo:</a:t>
            </a:r>
            <a:r>
              <a:rPr lang="pt-BR" sz="1900"/>
              <a:t> Identificar atitudes que conectam ou bloqueiam a visão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 b="1"/>
              <a:t>Como funciona:</a:t>
            </a:r>
            <a:r>
              <a:rPr lang="pt-BR" sz="1900"/>
              <a:t> 1. Dividir em grupos de 4-5 pessoas 2. Cada grupo recebe situações reais 3. Discutir: “Nessa situação, fui ponte ou barreira?” 4. Compartilhar aprendizados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900" b="1"/>
              <a:t>Tempo:</a:t>
            </a:r>
            <a:r>
              <a:rPr lang="pt-BR" sz="1900"/>
              <a:t> 45 minutos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6020"/>
            <a:ext cx="4152297" cy="295146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26: SITUAÇÃO 1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Um servo está desmotivado e reclama da escala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Perguntas para o grupo: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Como você reagiria?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O que uma </a:t>
            </a:r>
            <a:r>
              <a:rPr lang="pt-BR" sz="1700" b="1"/>
              <a:t>ovelha</a:t>
            </a:r>
            <a:r>
              <a:rPr lang="pt-BR" sz="1700"/>
              <a:t> faria nessa situação?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O que um </a:t>
            </a:r>
            <a:r>
              <a:rPr lang="pt-BR" sz="1700" b="1"/>
              <a:t>líder ponte</a:t>
            </a:r>
            <a:r>
              <a:rPr lang="pt-BR" sz="1700"/>
              <a:t> faria?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Quais perguntas você faria ao servo?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Como conectaria isso à visão maior?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6020"/>
            <a:ext cx="4152297" cy="295146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SLIDE 27: SITUAÇÃO 2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Conflito entre dois membros da equipe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b="1"/>
              <a:t>Perguntas para o grupo: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Você interviria imediatamente ou observaria?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ouviria ambos os lados?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resolveria sem criar favoritismos?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transformaria isso em aprendizado?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preveniria futuros conflitos?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6020"/>
            <a:ext cx="4152297" cy="295146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SLIDE 28: SITUAÇÃO 3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Pastor pediu uma mudança que a equipe resiste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500" b="1"/>
              <a:t>Perguntas para o grupo: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você comunicaria a mudança?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lidaria com a resistência?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Você é ponte ou barreira nesse momento?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Como alinharia a equipe com a visão pastoral?</a:t>
            </a:r>
          </a:p>
          <a:p>
            <a:pPr lvl="0">
              <a:lnSpc>
                <a:spcPct val="90000"/>
              </a:lnSpc>
            </a:pPr>
            <a:r>
              <a:rPr lang="pt-BR" sz="1500"/>
              <a:t>Que exemplo você daria?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6020"/>
            <a:ext cx="4152297" cy="295146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29: SITUAÇÃO 4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Você está sobrecarregado e precisa delegar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Perguntas para o grupo: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O que te impede de delegar?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Como identificar quem está pronto?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Como preparar alguém para assumir?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Como supervisionar sem sufocar?</a:t>
            </a:r>
          </a:p>
          <a:p>
            <a:pPr lvl="0">
              <a:lnSpc>
                <a:spcPct val="90000"/>
              </a:lnSpc>
            </a:pPr>
            <a:r>
              <a:rPr lang="pt-BR" sz="1700"/>
              <a:t>Como celebrar quando alguém cresce?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6020"/>
            <a:ext cx="4152297" cy="2951460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SLIDE 30: COMPARTILHANDO APRENDIZADOS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Cada grupo compartilha: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Qual situação mais desafiou vocês?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Que comportamentos identificaram como “barreira”?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Que atitudes vocês querem mudar?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Qual compromisso prático cada um vai assumir?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📝 SLIDE 31: RESUMO DO ENCONTRO 1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O que aprendemos hoje: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Jesus pediu </a:t>
            </a:r>
            <a:r>
              <a:rPr lang="pt-BR" sz="1700" b="1"/>
              <a:t>trabalhadores</a:t>
            </a:r>
            <a:r>
              <a:rPr lang="pt-BR" sz="1700"/>
              <a:t>, não apenas ovelhas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A liderança começa no </a:t>
            </a:r>
            <a:r>
              <a:rPr lang="pt-BR" sz="1700" b="1"/>
              <a:t>coração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Todo líder é uma </a:t>
            </a:r>
            <a:r>
              <a:rPr lang="pt-BR" sz="1700" b="1"/>
              <a:t>ponte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Ovelhas precisam de pastoreio, líderes de </a:t>
            </a:r>
            <a:r>
              <a:rPr lang="pt-BR" sz="1700" b="1"/>
              <a:t>aperfeiçoamento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Cuidar de </a:t>
            </a:r>
            <a:r>
              <a:rPr lang="pt-BR" sz="1700" b="1"/>
              <a:t>pessoas</a:t>
            </a:r>
            <a:r>
              <a:rPr lang="pt-BR" sz="1700"/>
              <a:t>, não apenas de funções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700"/>
              <a:t>✅ Ser </a:t>
            </a:r>
            <a:r>
              <a:rPr lang="pt-BR" sz="1700" b="1"/>
              <a:t>ponte</a:t>
            </a:r>
            <a:r>
              <a:rPr lang="pt-BR" sz="1700"/>
              <a:t>, não barreira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BC7FAB-264E-304B-1757-AE49C853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84" r="17765" b="-2"/>
          <a:stretch>
            <a:fillRect/>
          </a:stretch>
        </p:blipFill>
        <p:spPr>
          <a:xfrm>
            <a:off x="4781190" y="568885"/>
            <a:ext cx="3841678" cy="3841679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515866"/>
            <a:ext cx="4103360" cy="4103360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690843"/>
            <a:ext cx="593266" cy="5771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1D09E2-E9EA-BEEC-475F-D42C5EF52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469142"/>
              </p:ext>
            </p:extLst>
          </p:nvPr>
        </p:nvGraphicFramePr>
        <p:xfrm>
          <a:off x="628650" y="1369218"/>
          <a:ext cx="404502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168866" cy="3263504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🏠 SLIDE 33: TAREFA PARA CASA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500" b="1"/>
              <a:t>Antes do próximo encontro: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Ore</a:t>
            </a:r>
            <a:r>
              <a:rPr lang="pt-BR" sz="1500"/>
              <a:t> pelos líderes que você está formando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Identifique</a:t>
            </a:r>
            <a:r>
              <a:rPr lang="pt-BR" sz="1500"/>
              <a:t> 1-3 potenciais líderes em sua equipe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Observe</a:t>
            </a:r>
            <a:r>
              <a:rPr lang="pt-BR" sz="1500"/>
              <a:t> suas próprias atitudes: ponte ou barreira?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Converse</a:t>
            </a:r>
            <a:r>
              <a:rPr lang="pt-BR" sz="1500"/>
              <a:t> com pelo menos um liderado sobre a alma dele</a:t>
            </a:r>
          </a:p>
          <a:p>
            <a:pPr marL="342900" lvl="0" indent="-342900">
              <a:lnSpc>
                <a:spcPct val="90000"/>
              </a:lnSpc>
              <a:buAutoNum type="arabicPeriod"/>
            </a:pPr>
            <a:r>
              <a:rPr lang="pt-BR" sz="1500" b="1"/>
              <a:t>Anote</a:t>
            </a:r>
            <a:r>
              <a:rPr lang="pt-BR" sz="1500"/>
              <a:t> desafios e perguntas para o próximo encontro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📅 SLIDE 34: PRÓXIMO ENCONTRO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ENCONTRO 2: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PRÁTICAS DE LIDERANÇA MULTIPLICADORA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b="1"/>
              <a:t>Tema:</a:t>
            </a:r>
            <a:r>
              <a:rPr lang="pt-BR" sz="1700"/>
              <a:t> “Formando Líderes que Formam Outros”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/>
              <a:t>Vamos aprender sobre: - Comunicação que gera unidade - Formação prática de novos líderes - Delegação e responsabilização - Alcance e multiplicação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🙌 SLIDE 35: ORAÇÃO FINAL</a:t>
            </a:r>
          </a:p>
          <a:p>
            <a:pPr marL="0" lvl="0" indent="0">
              <a:lnSpc>
                <a:spcPct val="90000"/>
              </a:lnSpc>
              <a:spcBef>
                <a:spcPts val="3000"/>
              </a:spcBef>
              <a:buNone/>
            </a:pPr>
            <a:r>
              <a:rPr lang="pt-BR" sz="1700" b="1"/>
              <a:t>Vamos orar juntos: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i="1"/>
              <a:t>“Senhor, transforma nossos corações de ovelhas em corações de trabalhadores.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i="1"/>
              <a:t>Faz de nós pontes que conectam, servos que lideram, formadores que multiplicam.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i="1"/>
              <a:t>Ensina-nos a cuidar de pessoas, não apenas de funções.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i="1"/>
              <a:t>Prepara-nos para formar sucessores que darão continuidade à Tua obra.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pt-BR" sz="1700" i="1"/>
              <a:t>Em nome de Jesus. Amém.”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678C5-F0E6-5A0C-97A1-0A88B50BDD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3" r="16646" b="-2"/>
          <a:stretch>
            <a:fillRect/>
          </a:stretch>
        </p:blipFill>
        <p:spPr>
          <a:xfrm>
            <a:off x="4781190" y="568885"/>
            <a:ext cx="3841678" cy="3841679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515866"/>
            <a:ext cx="4103360" cy="4103360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690843"/>
            <a:ext cx="593266" cy="5771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336429-9AD8-0664-0A8A-A2A4E4DFC5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1229483"/>
              </p:ext>
            </p:extLst>
          </p:nvPr>
        </p:nvGraphicFramePr>
        <p:xfrm>
          <a:off x="628650" y="1369218"/>
          <a:ext cx="404502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F51F4D6-7B95-EEBE-933D-AB9090816AF5}"/>
              </a:ext>
            </a:extLst>
          </p:cNvPr>
          <p:cNvSpPr txBox="1"/>
          <p:nvPr/>
        </p:nvSpPr>
        <p:spPr>
          <a:xfrm>
            <a:off x="52041" y="200721"/>
            <a:ext cx="33156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1200" b="1" dirty="0"/>
              <a:t>📌 Slide 1-5: ABERTURA (30min)</a:t>
            </a:r>
          </a:p>
          <a:p>
            <a:pPr lvl="0"/>
            <a:r>
              <a:rPr lang="pt-BR" sz="1200" dirty="0"/>
              <a:t>Criar ambiente acolhedor com música</a:t>
            </a:r>
          </a:p>
          <a:p>
            <a:pPr lvl="0"/>
            <a:r>
              <a:rPr lang="pt-BR" sz="1200" dirty="0"/>
              <a:t>Permitir que as pessoas se acomodem</a:t>
            </a:r>
          </a:p>
          <a:p>
            <a:pPr lvl="0"/>
            <a:r>
              <a:rPr lang="pt-BR" sz="1200" dirty="0"/>
              <a:t>Fazer dinâmica quebra-gelo (pedir que compartilhem: “Qual seu maior desafio como líder?”)</a:t>
            </a:r>
          </a:p>
          <a:p>
            <a:pPr lvl="0"/>
            <a:endParaRPr lang="pt-BR" sz="1200" b="1" dirty="0"/>
          </a:p>
          <a:p>
            <a:pPr lvl="0"/>
            <a:r>
              <a:rPr lang="pt-BR" sz="1200" b="1" dirty="0"/>
              <a:t>Slides 6-13: BLOCO 1 (45min)</a:t>
            </a:r>
          </a:p>
          <a:p>
            <a:pPr lvl="0"/>
            <a:r>
              <a:rPr lang="pt-BR" sz="1200" dirty="0"/>
              <a:t>Ser vulnerável, compartilhar exemplos pessoais</a:t>
            </a:r>
          </a:p>
          <a:p>
            <a:pPr lvl="0"/>
            <a:r>
              <a:rPr lang="pt-BR" sz="1200" dirty="0"/>
              <a:t>Perguntar: “Alguém já viveu isso?”</a:t>
            </a:r>
          </a:p>
          <a:p>
            <a:pPr lvl="0"/>
            <a:r>
              <a:rPr lang="pt-BR" sz="1200" dirty="0"/>
              <a:t>Incentivar anotações</a:t>
            </a:r>
          </a:p>
          <a:p>
            <a:pPr lvl="0"/>
            <a:r>
              <a:rPr lang="pt-BR" sz="1200" dirty="0"/>
              <a:t>Pausar para reflexões pessoais nos slides 13</a:t>
            </a:r>
          </a:p>
          <a:p>
            <a:pPr lvl="0"/>
            <a:endParaRPr lang="pt-BR" sz="1200" b="1" dirty="0"/>
          </a:p>
          <a:p>
            <a:pPr lvl="0"/>
            <a:r>
              <a:rPr lang="pt-BR" sz="1200" b="1" dirty="0"/>
              <a:t>Slide 14: INTERVALO (15min)</a:t>
            </a:r>
          </a:p>
          <a:p>
            <a:pPr lvl="0"/>
            <a:r>
              <a:rPr lang="pt-BR" sz="1200" dirty="0"/>
              <a:t>Café, água, networking</a:t>
            </a:r>
          </a:p>
          <a:p>
            <a:pPr lvl="0"/>
            <a:endParaRPr lang="pt-BR" sz="1200" b="1" dirty="0"/>
          </a:p>
          <a:p>
            <a:pPr lvl="0"/>
            <a:r>
              <a:rPr lang="pt-BR" sz="1200" b="1" dirty="0"/>
              <a:t>Slides 15-24: BLOCO 2 (45min)</a:t>
            </a:r>
          </a:p>
          <a:p>
            <a:pPr lvl="0"/>
            <a:r>
              <a:rPr lang="pt-BR" sz="1200" dirty="0"/>
              <a:t>História do pastor (slide 15) deve ser contada com emoção</a:t>
            </a:r>
          </a:p>
          <a:p>
            <a:pPr lvl="0"/>
            <a:r>
              <a:rPr lang="pt-BR" sz="1200" dirty="0"/>
              <a:t>Slides 18-19 são para autoavaliação - dar tempo</a:t>
            </a:r>
          </a:p>
          <a:p>
            <a:pPr lvl="0"/>
            <a:r>
              <a:rPr lang="pt-BR" sz="1200" dirty="0"/>
              <a:t>Slides 21-23 podem gerar discussões - permitir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BF7FE8-6C37-0C7C-89F1-ABEB246A506B}"/>
              </a:ext>
            </a:extLst>
          </p:cNvPr>
          <p:cNvSpPr txBox="1"/>
          <p:nvPr/>
        </p:nvSpPr>
        <p:spPr>
          <a:xfrm>
            <a:off x="3687336" y="200721"/>
            <a:ext cx="438986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1100" b="1" dirty="0"/>
              <a:t>Slides 25-30: DINÂMICA (45min)</a:t>
            </a:r>
          </a:p>
          <a:p>
            <a:pPr lvl="0"/>
            <a:r>
              <a:rPr lang="pt-BR" sz="1100" dirty="0"/>
              <a:t>Já ter os grupos formados antes</a:t>
            </a:r>
          </a:p>
          <a:p>
            <a:pPr lvl="0"/>
            <a:r>
              <a:rPr lang="pt-BR" sz="1100" dirty="0"/>
              <a:t>Imprimir as situações em cartões</a:t>
            </a:r>
          </a:p>
          <a:p>
            <a:pPr lvl="0"/>
            <a:r>
              <a:rPr lang="pt-BR" sz="1100" dirty="0"/>
              <a:t>Circular entre os grupos</a:t>
            </a:r>
          </a:p>
          <a:p>
            <a:pPr lvl="0"/>
            <a:r>
              <a:rPr lang="pt-BR" sz="1100" dirty="0"/>
              <a:t>Gerenciar o tempo para garantir compartilhamento final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pt-BR" sz="1100" b="1" dirty="0"/>
              <a:t>Slides 31-36: ENCERRAMENTO (10min)</a:t>
            </a:r>
          </a:p>
          <a:p>
            <a:pPr lvl="0"/>
            <a:r>
              <a:rPr lang="pt-BR" sz="1100" dirty="0"/>
              <a:t>Não apressar a oração final</a:t>
            </a:r>
          </a:p>
          <a:p>
            <a:pPr lvl="0"/>
            <a:r>
              <a:rPr lang="pt-BR" sz="1100" dirty="0"/>
              <a:t>Tirar foto da turma</a:t>
            </a:r>
          </a:p>
          <a:p>
            <a:pPr lvl="0"/>
            <a:r>
              <a:rPr lang="pt-BR" sz="1100" dirty="0"/>
              <a:t>Confirmar data do próximo encontro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C907F6-B5AB-7285-1675-74A5A80D6234}"/>
              </a:ext>
            </a:extLst>
          </p:cNvPr>
          <p:cNvSpPr txBox="1"/>
          <p:nvPr/>
        </p:nvSpPr>
        <p:spPr>
          <a:xfrm>
            <a:off x="3687336" y="220126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b="1" dirty="0"/>
              <a:t>Total: 36 slides</a:t>
            </a:r>
            <a:br>
              <a:rPr lang="pt-BR" dirty="0"/>
            </a:br>
            <a:r>
              <a:rPr lang="pt-BR" b="1" dirty="0"/>
              <a:t>Duração estimada: 3 horas (com dinâmica e intervalos)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1864</Words>
  <Application>Microsoft Office PowerPoint</Application>
  <PresentationFormat>Apresentação na tela (16:9)</PresentationFormat>
  <Paragraphs>231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ENCONTRO 1: FUNDAMENTOS DA LIDERANÇA SERVIDORA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📌 BLOCO 1: A IDENTIDADE DO LÍDER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☕ INTERVALO (15 minutos)</vt:lpstr>
      <vt:lpstr>📌 BLOCO 2: CUIDANDO DE PESSOAS, NÃO DE FUNÇÕES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🎯 DINÂMICA PRÁTICA: “PONTE OU BARREIRA?”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ADEILSON PEREIRA DE ARAUJO</cp:lastModifiedBy>
  <cp:revision>1</cp:revision>
  <dcterms:created xsi:type="dcterms:W3CDTF">2026-01-12T20:28:28Z</dcterms:created>
  <dcterms:modified xsi:type="dcterms:W3CDTF">2026-01-12T20:47:06Z</dcterms:modified>
</cp:coreProperties>
</file>