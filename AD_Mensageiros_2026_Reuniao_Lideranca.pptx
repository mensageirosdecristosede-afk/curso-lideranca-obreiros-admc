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72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F45204-005A-47A7-AB53-FDAD23866E7E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999EAEF-B981-4BD6-BD92-B6D9B4FBAF48}">
      <dgm:prSet/>
      <dgm:spPr/>
      <dgm:t>
        <a:bodyPr/>
        <a:lstStyle/>
        <a:p>
          <a:r>
            <a:rPr lang="en-US" b="0" i="0"/>
            <a:t>📣 Proclamar o Evangelho genuíno de Jesus Cristo</a:t>
          </a:r>
          <a:endParaRPr lang="en-US"/>
        </a:p>
      </dgm:t>
    </dgm:pt>
    <dgm:pt modelId="{F4E6CB3B-7425-40EA-93FB-522D64D69540}" type="parTrans" cxnId="{3D3D79AE-C52E-4965-A808-ABC2BB3BC035}">
      <dgm:prSet/>
      <dgm:spPr/>
      <dgm:t>
        <a:bodyPr/>
        <a:lstStyle/>
        <a:p>
          <a:endParaRPr lang="en-US"/>
        </a:p>
      </dgm:t>
    </dgm:pt>
    <dgm:pt modelId="{AF4208BF-F583-4D47-A61A-899BD973FF64}" type="sibTrans" cxnId="{3D3D79AE-C52E-4965-A808-ABC2BB3BC035}">
      <dgm:prSet/>
      <dgm:spPr/>
      <dgm:t>
        <a:bodyPr/>
        <a:lstStyle/>
        <a:p>
          <a:endParaRPr lang="en-US"/>
        </a:p>
      </dgm:t>
    </dgm:pt>
    <dgm:pt modelId="{3C81D9C3-BAC5-488D-AA38-8D83D279C4CE}">
      <dgm:prSet/>
      <dgm:spPr/>
      <dgm:t>
        <a:bodyPr/>
        <a:lstStyle/>
        <a:p>
          <a:r>
            <a:rPr lang="en-US" b="0" i="0"/>
            <a:t>📖 Ensinar fielmente a Palavra de Deus</a:t>
          </a:r>
          <a:endParaRPr lang="en-US"/>
        </a:p>
      </dgm:t>
    </dgm:pt>
    <dgm:pt modelId="{662C031C-276E-47CD-B952-C2F7D5B1C35A}" type="parTrans" cxnId="{8E4167F2-3FCB-4E86-9DA0-61F81B170BE3}">
      <dgm:prSet/>
      <dgm:spPr/>
      <dgm:t>
        <a:bodyPr/>
        <a:lstStyle/>
        <a:p>
          <a:endParaRPr lang="en-US"/>
        </a:p>
      </dgm:t>
    </dgm:pt>
    <dgm:pt modelId="{3E3B696D-D2D8-4714-B4BE-FFE99B2BC449}" type="sibTrans" cxnId="{8E4167F2-3FCB-4E86-9DA0-61F81B170BE3}">
      <dgm:prSet/>
      <dgm:spPr/>
      <dgm:t>
        <a:bodyPr/>
        <a:lstStyle/>
        <a:p>
          <a:endParaRPr lang="en-US"/>
        </a:p>
      </dgm:t>
    </dgm:pt>
    <dgm:pt modelId="{D0972BFF-E43A-44EC-8249-D71886D02FD1}">
      <dgm:prSet/>
      <dgm:spPr/>
      <dgm:t>
        <a:bodyPr/>
        <a:lstStyle/>
        <a:p>
          <a:r>
            <a:rPr lang="en-US" b="0" i="0"/>
            <a:t>🙌 Promover adoração verdadeira</a:t>
          </a:r>
          <a:endParaRPr lang="en-US"/>
        </a:p>
      </dgm:t>
    </dgm:pt>
    <dgm:pt modelId="{78BB28DE-DC76-4A13-93B6-7D5C6B3960E2}" type="parTrans" cxnId="{6F57CA79-B684-4B98-851C-77FA2883C84D}">
      <dgm:prSet/>
      <dgm:spPr/>
      <dgm:t>
        <a:bodyPr/>
        <a:lstStyle/>
        <a:p>
          <a:endParaRPr lang="en-US"/>
        </a:p>
      </dgm:t>
    </dgm:pt>
    <dgm:pt modelId="{401A4E05-C733-42E6-8F47-55F2DBDCCEDF}" type="sibTrans" cxnId="{6F57CA79-B684-4B98-851C-77FA2883C84D}">
      <dgm:prSet/>
      <dgm:spPr/>
      <dgm:t>
        <a:bodyPr/>
        <a:lstStyle/>
        <a:p>
          <a:endParaRPr lang="en-US"/>
        </a:p>
      </dgm:t>
    </dgm:pt>
    <dgm:pt modelId="{9D0DE7AB-4383-4F3D-819F-1E014E13EB7B}">
      <dgm:prSet/>
      <dgm:spPr/>
      <dgm:t>
        <a:bodyPr/>
        <a:lstStyle/>
        <a:p>
          <a:r>
            <a:rPr lang="en-US" b="0" i="0"/>
            <a:t>🤝 Servir à comunidade com amor e excelência</a:t>
          </a:r>
          <a:endParaRPr lang="en-US"/>
        </a:p>
      </dgm:t>
    </dgm:pt>
    <dgm:pt modelId="{3A6267EA-5A7C-423B-B7C6-094842E2075E}" type="parTrans" cxnId="{2001D9DC-C0CA-4A53-9705-B6F3C8C3F16B}">
      <dgm:prSet/>
      <dgm:spPr/>
      <dgm:t>
        <a:bodyPr/>
        <a:lstStyle/>
        <a:p>
          <a:endParaRPr lang="en-US"/>
        </a:p>
      </dgm:t>
    </dgm:pt>
    <dgm:pt modelId="{BFF0D7D5-352D-4B50-96DB-0CB4701ED810}" type="sibTrans" cxnId="{2001D9DC-C0CA-4A53-9705-B6F3C8C3F16B}">
      <dgm:prSet/>
      <dgm:spPr/>
      <dgm:t>
        <a:bodyPr/>
        <a:lstStyle/>
        <a:p>
          <a:endParaRPr lang="en-US"/>
        </a:p>
      </dgm:t>
    </dgm:pt>
    <dgm:pt modelId="{7E0A2443-76AF-4811-9B03-7C09BEA738CC}">
      <dgm:prSet/>
      <dgm:spPr/>
      <dgm:t>
        <a:bodyPr/>
        <a:lstStyle/>
        <a:p>
          <a:r>
            <a:rPr lang="en-US" b="0" i="1"/>
            <a:t>📖 Mateus 28:19-20 – Ide e fazei discípulos de todas as nações.</a:t>
          </a:r>
          <a:endParaRPr lang="en-US"/>
        </a:p>
      </dgm:t>
    </dgm:pt>
    <dgm:pt modelId="{7EE0CE73-9721-418D-A5B3-99FAE156E76F}" type="parTrans" cxnId="{6D6A5B99-B17F-4AC5-A927-88471561DC3C}">
      <dgm:prSet/>
      <dgm:spPr/>
      <dgm:t>
        <a:bodyPr/>
        <a:lstStyle/>
        <a:p>
          <a:endParaRPr lang="en-US"/>
        </a:p>
      </dgm:t>
    </dgm:pt>
    <dgm:pt modelId="{BB56C4D6-1BE7-4113-9EB2-2ED64CEEF6A4}" type="sibTrans" cxnId="{6D6A5B99-B17F-4AC5-A927-88471561DC3C}">
      <dgm:prSet/>
      <dgm:spPr/>
      <dgm:t>
        <a:bodyPr/>
        <a:lstStyle/>
        <a:p>
          <a:endParaRPr lang="en-US"/>
        </a:p>
      </dgm:t>
    </dgm:pt>
    <dgm:pt modelId="{C5B4AEB7-99ED-4DD0-A805-6BA6829EB5D0}" type="pres">
      <dgm:prSet presAssocID="{11F45204-005A-47A7-AB53-FDAD23866E7E}" presName="vert0" presStyleCnt="0">
        <dgm:presLayoutVars>
          <dgm:dir/>
          <dgm:animOne val="branch"/>
          <dgm:animLvl val="lvl"/>
        </dgm:presLayoutVars>
      </dgm:prSet>
      <dgm:spPr/>
    </dgm:pt>
    <dgm:pt modelId="{C0809238-D92E-40E7-B6A4-F629CAD2A952}" type="pres">
      <dgm:prSet presAssocID="{D999EAEF-B981-4BD6-BD92-B6D9B4FBAF48}" presName="thickLine" presStyleLbl="alignNode1" presStyleIdx="0" presStyleCnt="5"/>
      <dgm:spPr/>
    </dgm:pt>
    <dgm:pt modelId="{3B48F35F-BC19-4FFD-B030-2768F7B62261}" type="pres">
      <dgm:prSet presAssocID="{D999EAEF-B981-4BD6-BD92-B6D9B4FBAF48}" presName="horz1" presStyleCnt="0"/>
      <dgm:spPr/>
    </dgm:pt>
    <dgm:pt modelId="{6AE31892-FDA2-43B4-B9DA-1B10036A48F0}" type="pres">
      <dgm:prSet presAssocID="{D999EAEF-B981-4BD6-BD92-B6D9B4FBAF48}" presName="tx1" presStyleLbl="revTx" presStyleIdx="0" presStyleCnt="5"/>
      <dgm:spPr/>
    </dgm:pt>
    <dgm:pt modelId="{EAB241B3-8925-4E0F-8BC6-6361AE845C8A}" type="pres">
      <dgm:prSet presAssocID="{D999EAEF-B981-4BD6-BD92-B6D9B4FBAF48}" presName="vert1" presStyleCnt="0"/>
      <dgm:spPr/>
    </dgm:pt>
    <dgm:pt modelId="{58DD6D01-8F30-4BD0-AE70-BCDF58A23055}" type="pres">
      <dgm:prSet presAssocID="{3C81D9C3-BAC5-488D-AA38-8D83D279C4CE}" presName="thickLine" presStyleLbl="alignNode1" presStyleIdx="1" presStyleCnt="5"/>
      <dgm:spPr/>
    </dgm:pt>
    <dgm:pt modelId="{53DD5348-5582-41D0-B746-87F1D3DE12D6}" type="pres">
      <dgm:prSet presAssocID="{3C81D9C3-BAC5-488D-AA38-8D83D279C4CE}" presName="horz1" presStyleCnt="0"/>
      <dgm:spPr/>
    </dgm:pt>
    <dgm:pt modelId="{57AE3CE8-EBEA-4DF1-8102-A0851F11F7FC}" type="pres">
      <dgm:prSet presAssocID="{3C81D9C3-BAC5-488D-AA38-8D83D279C4CE}" presName="tx1" presStyleLbl="revTx" presStyleIdx="1" presStyleCnt="5"/>
      <dgm:spPr/>
    </dgm:pt>
    <dgm:pt modelId="{268FE8DF-699F-4FAA-BCD2-4B377A55988C}" type="pres">
      <dgm:prSet presAssocID="{3C81D9C3-BAC5-488D-AA38-8D83D279C4CE}" presName="vert1" presStyleCnt="0"/>
      <dgm:spPr/>
    </dgm:pt>
    <dgm:pt modelId="{1DE866EF-F441-44D0-8461-0E73AC889CA1}" type="pres">
      <dgm:prSet presAssocID="{D0972BFF-E43A-44EC-8249-D71886D02FD1}" presName="thickLine" presStyleLbl="alignNode1" presStyleIdx="2" presStyleCnt="5"/>
      <dgm:spPr/>
    </dgm:pt>
    <dgm:pt modelId="{435EE987-3B9B-4FF6-B7B0-8D1EFA6E3B28}" type="pres">
      <dgm:prSet presAssocID="{D0972BFF-E43A-44EC-8249-D71886D02FD1}" presName="horz1" presStyleCnt="0"/>
      <dgm:spPr/>
    </dgm:pt>
    <dgm:pt modelId="{3ABED5E8-61E9-49AE-9330-1256D8550605}" type="pres">
      <dgm:prSet presAssocID="{D0972BFF-E43A-44EC-8249-D71886D02FD1}" presName="tx1" presStyleLbl="revTx" presStyleIdx="2" presStyleCnt="5"/>
      <dgm:spPr/>
    </dgm:pt>
    <dgm:pt modelId="{8AC5D0DB-259F-45CE-B77F-603CBAE5740C}" type="pres">
      <dgm:prSet presAssocID="{D0972BFF-E43A-44EC-8249-D71886D02FD1}" presName="vert1" presStyleCnt="0"/>
      <dgm:spPr/>
    </dgm:pt>
    <dgm:pt modelId="{85C49B38-44D7-4CB6-AF26-31E32E8A219C}" type="pres">
      <dgm:prSet presAssocID="{9D0DE7AB-4383-4F3D-819F-1E014E13EB7B}" presName="thickLine" presStyleLbl="alignNode1" presStyleIdx="3" presStyleCnt="5"/>
      <dgm:spPr/>
    </dgm:pt>
    <dgm:pt modelId="{39E9F1EE-A8A3-40EC-A131-527C746F289A}" type="pres">
      <dgm:prSet presAssocID="{9D0DE7AB-4383-4F3D-819F-1E014E13EB7B}" presName="horz1" presStyleCnt="0"/>
      <dgm:spPr/>
    </dgm:pt>
    <dgm:pt modelId="{A99F9659-1984-4B09-AD8B-8B9DEB524A6D}" type="pres">
      <dgm:prSet presAssocID="{9D0DE7AB-4383-4F3D-819F-1E014E13EB7B}" presName="tx1" presStyleLbl="revTx" presStyleIdx="3" presStyleCnt="5"/>
      <dgm:spPr/>
    </dgm:pt>
    <dgm:pt modelId="{12AEE677-2B12-4832-B4EE-A0E5428DBB73}" type="pres">
      <dgm:prSet presAssocID="{9D0DE7AB-4383-4F3D-819F-1E014E13EB7B}" presName="vert1" presStyleCnt="0"/>
      <dgm:spPr/>
    </dgm:pt>
    <dgm:pt modelId="{3807423F-5B3F-43C1-940B-5EAE9C69140B}" type="pres">
      <dgm:prSet presAssocID="{7E0A2443-76AF-4811-9B03-7C09BEA738CC}" presName="thickLine" presStyleLbl="alignNode1" presStyleIdx="4" presStyleCnt="5"/>
      <dgm:spPr/>
    </dgm:pt>
    <dgm:pt modelId="{EE40CC56-81F8-4340-B1BD-CBB06E1E6FFC}" type="pres">
      <dgm:prSet presAssocID="{7E0A2443-76AF-4811-9B03-7C09BEA738CC}" presName="horz1" presStyleCnt="0"/>
      <dgm:spPr/>
    </dgm:pt>
    <dgm:pt modelId="{9ADBE8E9-CE34-47A3-A4EA-A594EBC8EAB1}" type="pres">
      <dgm:prSet presAssocID="{7E0A2443-76AF-4811-9B03-7C09BEA738CC}" presName="tx1" presStyleLbl="revTx" presStyleIdx="4" presStyleCnt="5"/>
      <dgm:spPr/>
    </dgm:pt>
    <dgm:pt modelId="{AD70993B-B11A-42B3-94FD-674C9E096953}" type="pres">
      <dgm:prSet presAssocID="{7E0A2443-76AF-4811-9B03-7C09BEA738CC}" presName="vert1" presStyleCnt="0"/>
      <dgm:spPr/>
    </dgm:pt>
  </dgm:ptLst>
  <dgm:cxnLst>
    <dgm:cxn modelId="{F0812043-3B88-44AD-B05B-EC4888A7A4DA}" type="presOf" srcId="{7E0A2443-76AF-4811-9B03-7C09BEA738CC}" destId="{9ADBE8E9-CE34-47A3-A4EA-A594EBC8EAB1}" srcOrd="0" destOrd="0" presId="urn:microsoft.com/office/officeart/2008/layout/LinedList"/>
    <dgm:cxn modelId="{507D8D66-53A8-446D-AE98-820408F7B3FF}" type="presOf" srcId="{D0972BFF-E43A-44EC-8249-D71886D02FD1}" destId="{3ABED5E8-61E9-49AE-9330-1256D8550605}" srcOrd="0" destOrd="0" presId="urn:microsoft.com/office/officeart/2008/layout/LinedList"/>
    <dgm:cxn modelId="{FCBAC157-AC67-4170-81EB-2A3623803372}" type="presOf" srcId="{3C81D9C3-BAC5-488D-AA38-8D83D279C4CE}" destId="{57AE3CE8-EBEA-4DF1-8102-A0851F11F7FC}" srcOrd="0" destOrd="0" presId="urn:microsoft.com/office/officeart/2008/layout/LinedList"/>
    <dgm:cxn modelId="{6F57CA79-B684-4B98-851C-77FA2883C84D}" srcId="{11F45204-005A-47A7-AB53-FDAD23866E7E}" destId="{D0972BFF-E43A-44EC-8249-D71886D02FD1}" srcOrd="2" destOrd="0" parTransId="{78BB28DE-DC76-4A13-93B6-7D5C6B3960E2}" sibTransId="{401A4E05-C733-42E6-8F47-55F2DBDCCEDF}"/>
    <dgm:cxn modelId="{6D6A5B99-B17F-4AC5-A927-88471561DC3C}" srcId="{11F45204-005A-47A7-AB53-FDAD23866E7E}" destId="{7E0A2443-76AF-4811-9B03-7C09BEA738CC}" srcOrd="4" destOrd="0" parTransId="{7EE0CE73-9721-418D-A5B3-99FAE156E76F}" sibTransId="{BB56C4D6-1BE7-4113-9EB2-2ED64CEEF6A4}"/>
    <dgm:cxn modelId="{3D3D79AE-C52E-4965-A808-ABC2BB3BC035}" srcId="{11F45204-005A-47A7-AB53-FDAD23866E7E}" destId="{D999EAEF-B981-4BD6-BD92-B6D9B4FBAF48}" srcOrd="0" destOrd="0" parTransId="{F4E6CB3B-7425-40EA-93FB-522D64D69540}" sibTransId="{AF4208BF-F583-4D47-A61A-899BD973FF64}"/>
    <dgm:cxn modelId="{6864EFCA-4A57-4D36-984C-ED43C9AC2D4A}" type="presOf" srcId="{9D0DE7AB-4383-4F3D-819F-1E014E13EB7B}" destId="{A99F9659-1984-4B09-AD8B-8B9DEB524A6D}" srcOrd="0" destOrd="0" presId="urn:microsoft.com/office/officeart/2008/layout/LinedList"/>
    <dgm:cxn modelId="{C00968D4-B514-490B-BA98-6AEB95966BB6}" type="presOf" srcId="{11F45204-005A-47A7-AB53-FDAD23866E7E}" destId="{C5B4AEB7-99ED-4DD0-A805-6BA6829EB5D0}" srcOrd="0" destOrd="0" presId="urn:microsoft.com/office/officeart/2008/layout/LinedList"/>
    <dgm:cxn modelId="{2001D9DC-C0CA-4A53-9705-B6F3C8C3F16B}" srcId="{11F45204-005A-47A7-AB53-FDAD23866E7E}" destId="{9D0DE7AB-4383-4F3D-819F-1E014E13EB7B}" srcOrd="3" destOrd="0" parTransId="{3A6267EA-5A7C-423B-B7C6-094842E2075E}" sibTransId="{BFF0D7D5-352D-4B50-96DB-0CB4701ED810}"/>
    <dgm:cxn modelId="{798FC6E8-98EF-4992-9CB7-AF4A85666370}" type="presOf" srcId="{D999EAEF-B981-4BD6-BD92-B6D9B4FBAF48}" destId="{6AE31892-FDA2-43B4-B9DA-1B10036A48F0}" srcOrd="0" destOrd="0" presId="urn:microsoft.com/office/officeart/2008/layout/LinedList"/>
    <dgm:cxn modelId="{8E4167F2-3FCB-4E86-9DA0-61F81B170BE3}" srcId="{11F45204-005A-47A7-AB53-FDAD23866E7E}" destId="{3C81D9C3-BAC5-488D-AA38-8D83D279C4CE}" srcOrd="1" destOrd="0" parTransId="{662C031C-276E-47CD-B952-C2F7D5B1C35A}" sibTransId="{3E3B696D-D2D8-4714-B4BE-FFE99B2BC449}"/>
    <dgm:cxn modelId="{A423F921-3634-45A5-9C31-6AB7BC47B5B7}" type="presParOf" srcId="{C5B4AEB7-99ED-4DD0-A805-6BA6829EB5D0}" destId="{C0809238-D92E-40E7-B6A4-F629CAD2A952}" srcOrd="0" destOrd="0" presId="urn:microsoft.com/office/officeart/2008/layout/LinedList"/>
    <dgm:cxn modelId="{5A2861B6-CC24-4ABC-AA07-D68B633C17DE}" type="presParOf" srcId="{C5B4AEB7-99ED-4DD0-A805-6BA6829EB5D0}" destId="{3B48F35F-BC19-4FFD-B030-2768F7B62261}" srcOrd="1" destOrd="0" presId="urn:microsoft.com/office/officeart/2008/layout/LinedList"/>
    <dgm:cxn modelId="{311D26F7-4D54-4A31-9ABA-7E5D82934E90}" type="presParOf" srcId="{3B48F35F-BC19-4FFD-B030-2768F7B62261}" destId="{6AE31892-FDA2-43B4-B9DA-1B10036A48F0}" srcOrd="0" destOrd="0" presId="urn:microsoft.com/office/officeart/2008/layout/LinedList"/>
    <dgm:cxn modelId="{648C3200-9F98-4806-B874-1C32A32B3449}" type="presParOf" srcId="{3B48F35F-BC19-4FFD-B030-2768F7B62261}" destId="{EAB241B3-8925-4E0F-8BC6-6361AE845C8A}" srcOrd="1" destOrd="0" presId="urn:microsoft.com/office/officeart/2008/layout/LinedList"/>
    <dgm:cxn modelId="{CD483F18-8258-4165-9CEB-C9B62B2940F2}" type="presParOf" srcId="{C5B4AEB7-99ED-4DD0-A805-6BA6829EB5D0}" destId="{58DD6D01-8F30-4BD0-AE70-BCDF58A23055}" srcOrd="2" destOrd="0" presId="urn:microsoft.com/office/officeart/2008/layout/LinedList"/>
    <dgm:cxn modelId="{6BFBF949-77E7-4DE9-9650-5CCB3DD73692}" type="presParOf" srcId="{C5B4AEB7-99ED-4DD0-A805-6BA6829EB5D0}" destId="{53DD5348-5582-41D0-B746-87F1D3DE12D6}" srcOrd="3" destOrd="0" presId="urn:microsoft.com/office/officeart/2008/layout/LinedList"/>
    <dgm:cxn modelId="{9536A78F-EC70-4749-A5BE-4D52C0D850E5}" type="presParOf" srcId="{53DD5348-5582-41D0-B746-87F1D3DE12D6}" destId="{57AE3CE8-EBEA-4DF1-8102-A0851F11F7FC}" srcOrd="0" destOrd="0" presId="urn:microsoft.com/office/officeart/2008/layout/LinedList"/>
    <dgm:cxn modelId="{81776C81-3849-4F7E-9602-CE008C806CF3}" type="presParOf" srcId="{53DD5348-5582-41D0-B746-87F1D3DE12D6}" destId="{268FE8DF-699F-4FAA-BCD2-4B377A55988C}" srcOrd="1" destOrd="0" presId="urn:microsoft.com/office/officeart/2008/layout/LinedList"/>
    <dgm:cxn modelId="{64B2D219-0D49-4EF1-B3EC-B94C66E44168}" type="presParOf" srcId="{C5B4AEB7-99ED-4DD0-A805-6BA6829EB5D0}" destId="{1DE866EF-F441-44D0-8461-0E73AC889CA1}" srcOrd="4" destOrd="0" presId="urn:microsoft.com/office/officeart/2008/layout/LinedList"/>
    <dgm:cxn modelId="{A005CA33-0E58-44A6-B39C-126EAD602057}" type="presParOf" srcId="{C5B4AEB7-99ED-4DD0-A805-6BA6829EB5D0}" destId="{435EE987-3B9B-4FF6-B7B0-8D1EFA6E3B28}" srcOrd="5" destOrd="0" presId="urn:microsoft.com/office/officeart/2008/layout/LinedList"/>
    <dgm:cxn modelId="{5B9F6164-0332-4907-B4AD-A6A486C6E6B1}" type="presParOf" srcId="{435EE987-3B9B-4FF6-B7B0-8D1EFA6E3B28}" destId="{3ABED5E8-61E9-49AE-9330-1256D8550605}" srcOrd="0" destOrd="0" presId="urn:microsoft.com/office/officeart/2008/layout/LinedList"/>
    <dgm:cxn modelId="{9A1E48E0-C375-4076-A6CA-E8ADC0768FA3}" type="presParOf" srcId="{435EE987-3B9B-4FF6-B7B0-8D1EFA6E3B28}" destId="{8AC5D0DB-259F-45CE-B77F-603CBAE5740C}" srcOrd="1" destOrd="0" presId="urn:microsoft.com/office/officeart/2008/layout/LinedList"/>
    <dgm:cxn modelId="{3208E19E-708B-47D5-A2BA-044FE87375A8}" type="presParOf" srcId="{C5B4AEB7-99ED-4DD0-A805-6BA6829EB5D0}" destId="{85C49B38-44D7-4CB6-AF26-31E32E8A219C}" srcOrd="6" destOrd="0" presId="urn:microsoft.com/office/officeart/2008/layout/LinedList"/>
    <dgm:cxn modelId="{A333D199-2AE2-414B-BB15-15A86F95C230}" type="presParOf" srcId="{C5B4AEB7-99ED-4DD0-A805-6BA6829EB5D0}" destId="{39E9F1EE-A8A3-40EC-A131-527C746F289A}" srcOrd="7" destOrd="0" presId="urn:microsoft.com/office/officeart/2008/layout/LinedList"/>
    <dgm:cxn modelId="{4A45B6C0-D10C-470C-8AAB-84DED141F32F}" type="presParOf" srcId="{39E9F1EE-A8A3-40EC-A131-527C746F289A}" destId="{A99F9659-1984-4B09-AD8B-8B9DEB524A6D}" srcOrd="0" destOrd="0" presId="urn:microsoft.com/office/officeart/2008/layout/LinedList"/>
    <dgm:cxn modelId="{1088262D-B7E7-4C5E-9B76-078B2E75B625}" type="presParOf" srcId="{39E9F1EE-A8A3-40EC-A131-527C746F289A}" destId="{12AEE677-2B12-4832-B4EE-A0E5428DBB73}" srcOrd="1" destOrd="0" presId="urn:microsoft.com/office/officeart/2008/layout/LinedList"/>
    <dgm:cxn modelId="{EC354AA9-17F9-494E-971C-559EE867E901}" type="presParOf" srcId="{C5B4AEB7-99ED-4DD0-A805-6BA6829EB5D0}" destId="{3807423F-5B3F-43C1-940B-5EAE9C69140B}" srcOrd="8" destOrd="0" presId="urn:microsoft.com/office/officeart/2008/layout/LinedList"/>
    <dgm:cxn modelId="{FA04EB85-4A41-47F4-93C2-3FFD9162C2CB}" type="presParOf" srcId="{C5B4AEB7-99ED-4DD0-A805-6BA6829EB5D0}" destId="{EE40CC56-81F8-4340-B1BD-CBB06E1E6FFC}" srcOrd="9" destOrd="0" presId="urn:microsoft.com/office/officeart/2008/layout/LinedList"/>
    <dgm:cxn modelId="{FDD56684-8269-4571-9972-8630186F6542}" type="presParOf" srcId="{EE40CC56-81F8-4340-B1BD-CBB06E1E6FFC}" destId="{9ADBE8E9-CE34-47A3-A4EA-A594EBC8EAB1}" srcOrd="0" destOrd="0" presId="urn:microsoft.com/office/officeart/2008/layout/LinedList"/>
    <dgm:cxn modelId="{F7B53283-96F3-44F8-86D6-8922C17C2007}" type="presParOf" srcId="{EE40CC56-81F8-4340-B1BD-CBB06E1E6FFC}" destId="{AD70993B-B11A-42B3-94FD-674C9E0969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09238-D92E-40E7-B6A4-F629CAD2A952}">
      <dsp:nvSpPr>
        <dsp:cNvPr id="0" name=""/>
        <dsp:cNvSpPr/>
      </dsp:nvSpPr>
      <dsp:spPr>
        <a:xfrm>
          <a:off x="0" y="512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31892-FDA2-43B4-B9DA-1B10036A48F0}">
      <dsp:nvSpPr>
        <dsp:cNvPr id="0" name=""/>
        <dsp:cNvSpPr/>
      </dsp:nvSpPr>
      <dsp:spPr>
        <a:xfrm>
          <a:off x="0" y="512"/>
          <a:ext cx="6709905" cy="838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📣 Proclamar o Evangelho genuíno de Jesus Cristo</a:t>
          </a:r>
          <a:endParaRPr lang="en-US" sz="2200" kern="1200"/>
        </a:p>
      </dsp:txBody>
      <dsp:txXfrm>
        <a:off x="0" y="512"/>
        <a:ext cx="6709905" cy="838891"/>
      </dsp:txXfrm>
    </dsp:sp>
    <dsp:sp modelId="{58DD6D01-8F30-4BD0-AE70-BCDF58A23055}">
      <dsp:nvSpPr>
        <dsp:cNvPr id="0" name=""/>
        <dsp:cNvSpPr/>
      </dsp:nvSpPr>
      <dsp:spPr>
        <a:xfrm>
          <a:off x="0" y="839403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E3CE8-EBEA-4DF1-8102-A0851F11F7FC}">
      <dsp:nvSpPr>
        <dsp:cNvPr id="0" name=""/>
        <dsp:cNvSpPr/>
      </dsp:nvSpPr>
      <dsp:spPr>
        <a:xfrm>
          <a:off x="0" y="839403"/>
          <a:ext cx="6709905" cy="838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📖 Ensinar fielmente a Palavra de Deus</a:t>
          </a:r>
          <a:endParaRPr lang="en-US" sz="2200" kern="1200"/>
        </a:p>
      </dsp:txBody>
      <dsp:txXfrm>
        <a:off x="0" y="839403"/>
        <a:ext cx="6709905" cy="838891"/>
      </dsp:txXfrm>
    </dsp:sp>
    <dsp:sp modelId="{1DE866EF-F441-44D0-8461-0E73AC889CA1}">
      <dsp:nvSpPr>
        <dsp:cNvPr id="0" name=""/>
        <dsp:cNvSpPr/>
      </dsp:nvSpPr>
      <dsp:spPr>
        <a:xfrm>
          <a:off x="0" y="1678294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ED5E8-61E9-49AE-9330-1256D8550605}">
      <dsp:nvSpPr>
        <dsp:cNvPr id="0" name=""/>
        <dsp:cNvSpPr/>
      </dsp:nvSpPr>
      <dsp:spPr>
        <a:xfrm>
          <a:off x="0" y="1678294"/>
          <a:ext cx="6709905" cy="838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🙌 Promover adoração verdadeira</a:t>
          </a:r>
          <a:endParaRPr lang="en-US" sz="2200" kern="1200"/>
        </a:p>
      </dsp:txBody>
      <dsp:txXfrm>
        <a:off x="0" y="1678294"/>
        <a:ext cx="6709905" cy="838891"/>
      </dsp:txXfrm>
    </dsp:sp>
    <dsp:sp modelId="{85C49B38-44D7-4CB6-AF26-31E32E8A219C}">
      <dsp:nvSpPr>
        <dsp:cNvPr id="0" name=""/>
        <dsp:cNvSpPr/>
      </dsp:nvSpPr>
      <dsp:spPr>
        <a:xfrm>
          <a:off x="0" y="2517186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9659-1984-4B09-AD8B-8B9DEB524A6D}">
      <dsp:nvSpPr>
        <dsp:cNvPr id="0" name=""/>
        <dsp:cNvSpPr/>
      </dsp:nvSpPr>
      <dsp:spPr>
        <a:xfrm>
          <a:off x="0" y="2517186"/>
          <a:ext cx="6709905" cy="838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🤝 Servir à comunidade com amor e excelência</a:t>
          </a:r>
          <a:endParaRPr lang="en-US" sz="2200" kern="1200"/>
        </a:p>
      </dsp:txBody>
      <dsp:txXfrm>
        <a:off x="0" y="2517186"/>
        <a:ext cx="6709905" cy="838891"/>
      </dsp:txXfrm>
    </dsp:sp>
    <dsp:sp modelId="{3807423F-5B3F-43C1-940B-5EAE9C69140B}">
      <dsp:nvSpPr>
        <dsp:cNvPr id="0" name=""/>
        <dsp:cNvSpPr/>
      </dsp:nvSpPr>
      <dsp:spPr>
        <a:xfrm>
          <a:off x="0" y="3356077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BE8E9-CE34-47A3-A4EA-A594EBC8EAB1}">
      <dsp:nvSpPr>
        <dsp:cNvPr id="0" name=""/>
        <dsp:cNvSpPr/>
      </dsp:nvSpPr>
      <dsp:spPr>
        <a:xfrm>
          <a:off x="0" y="3356077"/>
          <a:ext cx="6709905" cy="838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1" kern="1200"/>
            <a:t>📖 Mateus 28:19-20 – Ide e fazei discípulos de todas as nações.</a:t>
          </a:r>
          <a:endParaRPr lang="en-US" sz="2200" kern="1200"/>
        </a:p>
      </dsp:txBody>
      <dsp:txXfrm>
        <a:off x="0" y="3356077"/>
        <a:ext cx="6709905" cy="838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6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1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2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0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4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9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8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3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67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01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78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73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63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40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42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3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 w="22225">
            <a:solidFill>
              <a:srgbClr val="EDC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EMA DO ANO.png"/>
          <p:cNvPicPr>
            <a:picLocks noChangeAspect="1"/>
          </p:cNvPicPr>
          <p:nvPr/>
        </p:nvPicPr>
        <p:blipFill>
          <a:blip r:embed="rId3"/>
          <a:srcRect t="7452" b="1727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/>
              <a:t>Base </a:t>
            </a:r>
            <a:r>
              <a:rPr lang="pt-BR" sz="3400" err="1"/>
              <a:t>Doutrinária</a:t>
            </a:r>
            <a:r>
              <a:rPr lang="pt-BR" sz="3400"/>
              <a:t> e </a:t>
            </a:r>
            <a:r>
              <a:rPr lang="pt-BR" sz="3400" err="1"/>
              <a:t>Estatutária</a:t>
            </a:r>
            <a:endParaRPr lang="pt-BR"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dirty="0"/>
              <a:t>Declaração de Fé da CGADB</a:t>
            </a:r>
          </a:p>
          <a:p>
            <a:pPr>
              <a:defRPr sz="1800"/>
            </a:pPr>
            <a:r>
              <a:rPr lang="pt-BR" dirty="0"/>
              <a:t>Estatuto da AD Mensageiros de Cristo</a:t>
            </a:r>
          </a:p>
          <a:p>
            <a:pPr>
              <a:defRPr sz="1800"/>
            </a:pPr>
            <a:r>
              <a:rPr lang="pt-BR" dirty="0"/>
              <a:t>Bíblia como única regra de fé e prática</a:t>
            </a:r>
          </a:p>
          <a:p>
            <a:pPr>
              <a:defRPr sz="1800"/>
            </a:pPr>
            <a:r>
              <a:rPr lang="pt-BR" dirty="0"/>
              <a:t>Liderança submetida à Palavra, Estatuto e princípios cristãos</a:t>
            </a:r>
          </a:p>
          <a:p>
            <a:pPr marL="0" indent="0">
              <a:buNone/>
              <a:defRPr sz="1400" i="1"/>
            </a:pPr>
            <a:r>
              <a:rPr lang="pt-BR" dirty="0"/>
              <a:t>📖 2 Timóteo 3:16 – Toda Escritura é divinamente inspirada por Deus.</a:t>
            </a:r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C0F0A84F-19C8-AF96-2C6F-72A3110D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 dirty="0"/>
              <a:t>Visão da Igreja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401" y="2907012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dirty="0"/>
              <a:t>Pregar fielmente a Palavra de Deus</a:t>
            </a:r>
          </a:p>
          <a:p>
            <a:pPr>
              <a:defRPr sz="1800"/>
            </a:pPr>
            <a:r>
              <a:rPr dirty="0" err="1"/>
              <a:t>Edificar</a:t>
            </a:r>
            <a:r>
              <a:rPr dirty="0"/>
              <a:t> </a:t>
            </a:r>
            <a:r>
              <a:rPr dirty="0" err="1"/>
              <a:t>vidas</a:t>
            </a:r>
            <a:r>
              <a:rPr dirty="0"/>
              <a:t> </a:t>
            </a:r>
            <a:r>
              <a:rPr dirty="0" err="1"/>
              <a:t>espiritualmente</a:t>
            </a:r>
            <a:r>
              <a:rPr dirty="0"/>
              <a:t> e </a:t>
            </a:r>
            <a:r>
              <a:rPr dirty="0" err="1"/>
              <a:t>integralmente</a:t>
            </a:r>
            <a:endParaRPr dirty="0"/>
          </a:p>
          <a:p>
            <a:pPr>
              <a:defRPr sz="1800"/>
            </a:pPr>
            <a:r>
              <a:rPr dirty="0" err="1"/>
              <a:t>Cuidar</a:t>
            </a:r>
            <a:r>
              <a:rPr dirty="0"/>
              <a:t> das almas e das </a:t>
            </a:r>
            <a:r>
              <a:rPr dirty="0" err="1"/>
              <a:t>famílias</a:t>
            </a:r>
            <a:endParaRPr dirty="0"/>
          </a:p>
          <a:p>
            <a:pPr>
              <a:defRPr sz="1800"/>
            </a:pPr>
            <a:r>
              <a:rPr dirty="0" err="1"/>
              <a:t>Servir</a:t>
            </a:r>
            <a:r>
              <a:rPr dirty="0"/>
              <a:t> com amor, </a:t>
            </a:r>
            <a:r>
              <a:rPr dirty="0" err="1"/>
              <a:t>zelo</a:t>
            </a:r>
            <a:r>
              <a:rPr dirty="0"/>
              <a:t> e </a:t>
            </a:r>
            <a:r>
              <a:rPr dirty="0" err="1"/>
              <a:t>compromisso</a:t>
            </a:r>
            <a:endParaRPr lang="pt-BR" dirty="0"/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400" i="1"/>
            </a:pPr>
            <a:r>
              <a:rPr dirty="0"/>
              <a:t>📖 </a:t>
            </a:r>
            <a:r>
              <a:rPr dirty="0" err="1"/>
              <a:t>Provérbios</a:t>
            </a:r>
            <a:r>
              <a:rPr dirty="0"/>
              <a:t> 29:18 – Onde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visão</a:t>
            </a:r>
            <a:r>
              <a:rPr dirty="0"/>
              <a:t>, o </a:t>
            </a:r>
            <a:r>
              <a:rPr dirty="0" err="1"/>
              <a:t>povo</a:t>
            </a:r>
            <a:r>
              <a:rPr dirty="0"/>
              <a:t> </a:t>
            </a:r>
            <a:r>
              <a:rPr dirty="0" err="1"/>
              <a:t>perece</a:t>
            </a:r>
            <a:r>
              <a:rPr dirty="0"/>
              <a:t>.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D34A7F4C-526C-35BC-46AD-687BB654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EBEBCAC-F84A-C999-34DA-C4B171B1E0D1}"/>
              </a:ext>
            </a:extLst>
          </p:cNvPr>
          <p:cNvSpPr txBox="1"/>
          <p:nvPr/>
        </p:nvSpPr>
        <p:spPr>
          <a:xfrm>
            <a:off x="484583" y="1733798"/>
            <a:ext cx="758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pt-BR" sz="3600" dirty="0"/>
              <a:t> “Pregar, edificar, cuidar e servir”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/>
              <a:t>Missão da Igreja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0D187C4E-14B9-4504-B200-5127823FA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645416B-3454-E688-605A-A0756D7A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7A0979-DF41-E9E1-8EFC-D190E7B6A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022907"/>
              </p:ext>
            </p:extLst>
          </p:nvPr>
        </p:nvGraphicFramePr>
        <p:xfrm>
          <a:off x="827484" y="2052918"/>
          <a:ext cx="6709905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/>
              <a:t>Valores Fundamentais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📖 Palavra de Deus – regra de fé e prática</a:t>
            </a:r>
          </a:p>
          <a:p>
            <a:pPr>
              <a:defRPr sz="1800"/>
            </a:pPr>
            <a:r>
              <a:t>🙏 Oração – dependência total de Deus</a:t>
            </a:r>
          </a:p>
          <a:p>
            <a:pPr>
              <a:defRPr sz="1800"/>
            </a:pPr>
            <a:r>
              <a:t>👥 Comunhão – unidade e relacionamento saudável</a:t>
            </a:r>
          </a:p>
          <a:p>
            <a:pPr>
              <a:defRPr sz="1800"/>
            </a:pPr>
            <a:r>
              <a:t>🌍 Evangelismo – compromisso com a missão</a:t>
            </a:r>
          </a:p>
          <a:p>
            <a:pPr>
              <a:defRPr sz="1400" i="1"/>
            </a:pPr>
            <a:r>
              <a:t>📖 Atos 2:42 – Perseveravam na doutrina, comunhão, pão e orações.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E64F9135-D164-93AB-163E-94C934B51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 dirty="0"/>
              <a:t>Objetivos Estratégicos –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📈 </a:t>
            </a:r>
            <a:r>
              <a:rPr dirty="0" err="1"/>
              <a:t>Crescimento</a:t>
            </a:r>
            <a:r>
              <a:rPr dirty="0"/>
              <a:t> da </a:t>
            </a:r>
            <a:r>
              <a:rPr dirty="0" err="1"/>
              <a:t>Igreja</a:t>
            </a:r>
            <a:r>
              <a:rPr dirty="0"/>
              <a:t> (</a:t>
            </a:r>
            <a:r>
              <a:rPr dirty="0" err="1"/>
              <a:t>pessoas</a:t>
            </a:r>
            <a:r>
              <a:rPr dirty="0"/>
              <a:t>)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		</a:t>
            </a:r>
            <a:br>
              <a:rPr lang="pt-BR" dirty="0"/>
            </a:br>
            <a:r>
              <a:rPr lang="pt-BR" dirty="0"/>
              <a:t>			</a:t>
            </a:r>
            <a:r>
              <a:rPr lang="pt-BR" b="1" dirty="0"/>
              <a:t>SALVACAO DE ALMAS</a:t>
            </a:r>
            <a:endParaRPr b="1" dirty="0"/>
          </a:p>
          <a:p>
            <a:pPr lvl="2">
              <a:defRPr sz="1800"/>
            </a:pPr>
            <a:r>
              <a:rPr dirty="0" err="1"/>
              <a:t>Acompanhamento</a:t>
            </a:r>
            <a:r>
              <a:rPr dirty="0"/>
              <a:t> pastoral</a:t>
            </a:r>
          </a:p>
          <a:p>
            <a:pPr lvl="2">
              <a:defRPr sz="1800"/>
            </a:pPr>
            <a:r>
              <a:rPr dirty="0" err="1"/>
              <a:t>Reuniões</a:t>
            </a:r>
            <a:r>
              <a:rPr dirty="0"/>
              <a:t> </a:t>
            </a:r>
            <a:r>
              <a:rPr dirty="0" err="1"/>
              <a:t>trimestrais</a:t>
            </a:r>
            <a:endParaRPr dirty="0"/>
          </a:p>
          <a:p>
            <a:pPr lvl="2">
              <a:defRPr sz="1800"/>
            </a:pPr>
            <a:r>
              <a:rPr dirty="0"/>
              <a:t>Registro e </a:t>
            </a:r>
            <a:r>
              <a:rPr dirty="0" err="1"/>
              <a:t>cuidado</a:t>
            </a:r>
            <a:r>
              <a:rPr dirty="0"/>
              <a:t> com </a:t>
            </a:r>
            <a:r>
              <a:rPr dirty="0" err="1"/>
              <a:t>visitantes</a:t>
            </a:r>
            <a:endParaRPr dirty="0"/>
          </a:p>
          <a:p>
            <a:pPr marL="0" indent="0">
              <a:buNone/>
              <a:defRPr sz="1800"/>
            </a:pPr>
            <a:endParaRPr dirty="0"/>
          </a:p>
          <a:p>
            <a:pPr>
              <a:defRPr sz="1800"/>
            </a:pPr>
            <a:r>
              <a:rPr lang="pt-BR" dirty="0"/>
              <a:t>🌱 Maturidade espiritual da Igreja</a:t>
            </a:r>
          </a:p>
          <a:p>
            <a:pPr lvl="1">
              <a:defRPr sz="1800"/>
            </a:pPr>
            <a:r>
              <a:rPr lang="pt-BR" dirty="0"/>
              <a:t>Mudança de comportamento e testemunho</a:t>
            </a:r>
          </a:p>
          <a:p>
            <a:pPr lvl="1">
              <a:defRPr sz="1800"/>
            </a:pPr>
            <a:r>
              <a:rPr lang="pt-BR" dirty="0"/>
              <a:t>Obreiros preparados espiritual e humanamente</a:t>
            </a:r>
          </a:p>
          <a:p>
            <a:pPr marL="0" indent="0">
              <a:buNone/>
              <a:defRPr sz="1400" i="1"/>
            </a:pPr>
            <a:r>
              <a:rPr dirty="0"/>
              <a:t>📖 </a:t>
            </a:r>
            <a:r>
              <a:rPr dirty="0" err="1"/>
              <a:t>Efésios</a:t>
            </a:r>
            <a:r>
              <a:rPr dirty="0"/>
              <a:t> 4:13 – </a:t>
            </a:r>
            <a:r>
              <a:rPr dirty="0" err="1"/>
              <a:t>Até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cheguemos</a:t>
            </a:r>
            <a:r>
              <a:rPr dirty="0"/>
              <a:t> à </a:t>
            </a:r>
            <a:r>
              <a:rPr dirty="0" err="1"/>
              <a:t>maturidade</a:t>
            </a:r>
            <a:r>
              <a:rPr dirty="0"/>
              <a:t>.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20C8D6D7-C883-ECC7-0202-ACFB3DA0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/>
              <a:t>Áreas de Melhoria Espiritual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dirty="0"/>
              <a:t>🛠 Reconstrução espiritual</a:t>
            </a:r>
          </a:p>
          <a:p>
            <a:pPr>
              <a:defRPr sz="1800"/>
            </a:pPr>
            <a:r>
              <a:rPr lang="pt-BR" dirty="0"/>
              <a:t>💔 Cura de áreas quebradas</a:t>
            </a:r>
          </a:p>
          <a:p>
            <a:pPr>
              <a:defRPr sz="1800"/>
            </a:pPr>
            <a:r>
              <a:rPr lang="pt-BR" dirty="0"/>
              <a:t>📖 Fortalecer fundamentos da fé</a:t>
            </a:r>
          </a:p>
          <a:p>
            <a:pPr>
              <a:defRPr sz="1800"/>
            </a:pPr>
            <a:r>
              <a:rPr lang="pt-BR" dirty="0"/>
              <a:t>👨‍👩‍👧 Restaurar famílias</a:t>
            </a:r>
          </a:p>
          <a:p>
            <a:pPr>
              <a:defRPr sz="1800"/>
            </a:pPr>
            <a:r>
              <a:rPr lang="pt-BR" dirty="0"/>
              <a:t>✨ Caráter, santidade, compromisso e serviço</a:t>
            </a:r>
          </a:p>
          <a:p>
            <a:pPr marL="0" indent="0">
              <a:buNone/>
              <a:defRPr sz="1400" i="1"/>
            </a:pPr>
            <a:r>
              <a:rPr lang="pt-BR" dirty="0"/>
              <a:t>📖 Joel 2:25 – Restituirei os anos consumidos.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229D663-FEBD-63F8-BFA4-1F7D1F6F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3400" b="1"/>
            </a:pPr>
            <a:r>
              <a:rPr lang="pt-BR" sz="3400"/>
              <a:t>Compromisso da Liderança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400" dirty="0" err="1"/>
              <a:t>Fidelidade</a:t>
            </a:r>
            <a:r>
              <a:rPr sz="2400" dirty="0"/>
              <a:t> à </a:t>
            </a:r>
            <a:r>
              <a:rPr sz="2400" dirty="0" err="1"/>
              <a:t>Palavra</a:t>
            </a:r>
            <a:r>
              <a:rPr sz="2400" dirty="0"/>
              <a:t> de Deus</a:t>
            </a:r>
          </a:p>
          <a:p>
            <a:pPr>
              <a:defRPr sz="1800"/>
            </a:pPr>
            <a:r>
              <a:rPr sz="2400" dirty="0" err="1"/>
              <a:t>Submissão</a:t>
            </a:r>
            <a:r>
              <a:rPr sz="2400" dirty="0"/>
              <a:t> </a:t>
            </a:r>
            <a:r>
              <a:rPr sz="2400" dirty="0" err="1"/>
              <a:t>ao</a:t>
            </a:r>
            <a:r>
              <a:rPr sz="2400" dirty="0"/>
              <a:t> </a:t>
            </a:r>
            <a:r>
              <a:rPr sz="2400" dirty="0" err="1"/>
              <a:t>Estatuto</a:t>
            </a:r>
            <a:r>
              <a:rPr sz="2400" dirty="0"/>
              <a:t> da </a:t>
            </a:r>
            <a:r>
              <a:rPr sz="2400" dirty="0" err="1"/>
              <a:t>Igreja</a:t>
            </a:r>
            <a:endParaRPr sz="2400" dirty="0"/>
          </a:p>
          <a:p>
            <a:pPr>
              <a:defRPr sz="1800"/>
            </a:pPr>
            <a:r>
              <a:rPr sz="2400" dirty="0"/>
              <a:t>Alinhamento à CGADB</a:t>
            </a:r>
          </a:p>
          <a:p>
            <a:pPr>
              <a:defRPr sz="1800"/>
            </a:pPr>
            <a:r>
              <a:rPr sz="2400" dirty="0" err="1"/>
              <a:t>Liderar</a:t>
            </a:r>
            <a:r>
              <a:rPr sz="2400" dirty="0"/>
              <a:t> pelo </a:t>
            </a:r>
            <a:r>
              <a:rPr sz="2400" dirty="0" err="1"/>
              <a:t>exemplo</a:t>
            </a:r>
            <a:r>
              <a:rPr sz="2400" dirty="0"/>
              <a:t>, </a:t>
            </a:r>
            <a:r>
              <a:rPr sz="2400" dirty="0" err="1"/>
              <a:t>caráter</a:t>
            </a:r>
            <a:r>
              <a:rPr sz="2400" dirty="0"/>
              <a:t> e </a:t>
            </a:r>
            <a:r>
              <a:rPr sz="2400" dirty="0" err="1"/>
              <a:t>serviço</a:t>
            </a:r>
            <a:endParaRPr lang="pt-BR" sz="2400" dirty="0"/>
          </a:p>
          <a:p>
            <a:pPr marL="0" indent="0">
              <a:buNone/>
              <a:defRPr sz="1800"/>
            </a:pPr>
            <a:endParaRPr sz="2400" dirty="0"/>
          </a:p>
          <a:p>
            <a:pPr marL="0" indent="0">
              <a:buNone/>
              <a:defRPr sz="1400" i="1"/>
            </a:pPr>
            <a:r>
              <a:rPr dirty="0"/>
              <a:t>📖 1 </a:t>
            </a:r>
            <a:r>
              <a:rPr dirty="0" err="1"/>
              <a:t>Coríntios</a:t>
            </a:r>
            <a:r>
              <a:rPr dirty="0"/>
              <a:t> 4:2 – </a:t>
            </a:r>
            <a:r>
              <a:rPr dirty="0" err="1"/>
              <a:t>Requer</a:t>
            </a:r>
            <a:r>
              <a:rPr dirty="0"/>
              <a:t>-se dos </a:t>
            </a:r>
            <a:r>
              <a:rPr dirty="0" err="1"/>
              <a:t>despenseiros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um </a:t>
            </a:r>
            <a:r>
              <a:rPr dirty="0" err="1"/>
              <a:t>seja</a:t>
            </a:r>
            <a:r>
              <a:rPr dirty="0"/>
              <a:t> </a:t>
            </a:r>
            <a:r>
              <a:rPr dirty="0" err="1"/>
              <a:t>fiel</a:t>
            </a:r>
            <a:r>
              <a:rPr dirty="0"/>
              <a:t>.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A6D063F5-7162-ED6B-B4E3-8691259F9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661" y="5934251"/>
            <a:ext cx="628295" cy="62829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315</Words>
  <Application>Microsoft Office PowerPoint</Application>
  <PresentationFormat>Apresentação na tela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Íon</vt:lpstr>
      <vt:lpstr>Apresentação do PowerPoint</vt:lpstr>
      <vt:lpstr>Base Doutrinária e Estatutária</vt:lpstr>
      <vt:lpstr>Visão da Igreja</vt:lpstr>
      <vt:lpstr>Missão da Igreja</vt:lpstr>
      <vt:lpstr>Valores Fundamentais</vt:lpstr>
      <vt:lpstr>Objetivos Estratégicos – 2026</vt:lpstr>
      <vt:lpstr>Áreas de Melhoria Espiritual</vt:lpstr>
      <vt:lpstr>Compromisso da Liderança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ADEILSON ARAUJO</dc:creator>
  <cp:keywords/>
  <dc:description>generated using python-pptx</dc:description>
  <cp:lastModifiedBy>ADEILSON ARAUJO</cp:lastModifiedBy>
  <cp:revision>2</cp:revision>
  <dcterms:created xsi:type="dcterms:W3CDTF">2013-01-27T09:14:16Z</dcterms:created>
  <dcterms:modified xsi:type="dcterms:W3CDTF">2026-01-11T04:59:59Z</dcterms:modified>
  <cp:category/>
</cp:coreProperties>
</file>